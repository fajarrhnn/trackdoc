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7369a4c69cde9aa" providerId="LiveId" clId="{73B0D1B7-54CA-4A2E-AF20-C597CA4FC0CA}"/>
    <pc:docChg chg="modSld">
      <pc:chgData name="" userId="07369a4c69cde9aa" providerId="LiveId" clId="{73B0D1B7-54CA-4A2E-AF20-C597CA4FC0CA}" dt="2026-10-15T16:58:38.878" v="27" actId="20577"/>
      <pc:docMkLst>
        <pc:docMk/>
      </pc:docMkLst>
      <pc:sldChg chg="modSp">
        <pc:chgData name="" userId="07369a4c69cde9aa" providerId="LiveId" clId="{73B0D1B7-54CA-4A2E-AF20-C597CA4FC0CA}" dt="2026-10-15T16:58:38.878" v="27" actId="20577"/>
        <pc:sldMkLst>
          <pc:docMk/>
          <pc:sldMk cId="0" sldId="256"/>
        </pc:sldMkLst>
        <pc:spChg chg="mod">
          <ac:chgData name="" userId="07369a4c69cde9aa" providerId="LiveId" clId="{73B0D1B7-54CA-4A2E-AF20-C597CA4FC0CA}" dt="2026-10-15T16:58:10.759" v="1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" userId="07369a4c69cde9aa" providerId="LiveId" clId="{73B0D1B7-54CA-4A2E-AF20-C597CA4FC0CA}" dt="2026-10-15T16:58:38.878" v="2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195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Klik 'Mulai Simulasi' untuk memulai dari layar Login, atau 'Peta Alur' untuk memilih layar tertentu.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Login: Pengguna masuk dengan akun pegawai. Satu tombol utama besar agar mudah dijangkau. Area klik: 1) Tombol Masuk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Dashboard: Pusat kendali: cari surat, filter, pantau ringkasan status, dan lihat riwayat dokumen. Area klik: 1) Search bar → Pencarian; 2) Scan nomor surat → Pencarian; 3) Filter → Filter &amp; Urutkan; 4) Urutkan → Filter &amp; Urutkan; 5) Ringkasan status → Daftar Dokumen; 6) Lihat semua → Daftar Dokumen; 7) Dokumen SJ/…/0142 → Detail Dokumen; 8) Dokumen lain → Detail Dokumen; 9) Lonceng notifikasi → Notifikasi; 10) Avatar profil → Profil; 11) Tab Dokumen → Daftar Dokumen; 12) Tombol + Buat Surat → Buat Surat Jalan; 13) Tab Notifikasi → Notifikasi; 14) Tab Profil → 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Pencarian: Hasil muncul saat pengguna mengetik nomor surat, nama penerima, atau tujuan. Area klik: 1) Batal → Dashboard; 2) Hasil SJ/…/0142 → Detail Dokumen; 3) Hasil SJ/…/09/0142 → Detail Dokumen.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&amp; Urutkan: Filter dan sort dikelompokkan dalam satu bottom sheet agar keputusan lebih sederhana. Area klik: 1) Tutup (X) → Dashboard; 2) Area gelap → Dashboard; 3) Terapkan → Daftar Dokumen; 4) Reset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Dokumen: Seluruh surat jalan dengan tab status dan filter aktif yang terlihat jelas. Area klik: 1) Cari → Pencarian; 2) Filter → Filter &amp; Urutkan; 3) Chip filter aktif → Filter &amp; Urutkan; 4) Dokumen SJ/…/0142 → Detail Dokumen; 5) Dokumen lain → Detail Dokumen; 6) Beranda → Dashboard; 7) Tombol + Buat Surat → Buat Surat Jalan; 8) Tab Notifikasi → Notifikasi; 9) Tab Profil → 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Dokumen: Nomor, status, dan penerima menonjol. Area bukti penerimaan dibuat dominan. Area klik: 1) Kembali → Dashboard; 2) Bukti penerimaan → Lihat Bukti; 3) Thumbnail lampiran → Lihat Bukti; 4) Audit Trail → Audit Trail; 5) Lacak → Lacak Pengiriman; 6) Verifikasi Penerimaan → Verifikasi Penerimaan.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Lihat Bukti: Bukti penerimaan ditampilkan layar penuh untuk diperiksa dengan detail. Area klik: 1) Tutup (X) → Detail Dokumen; 2) Dokumen (kembali) → Detail Dokumen.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Trail: Jejak setiap aktivitas: siapa melakukan apa dan kapan, untuk transparansi. Area klik: 1) Kembali → Detail Dokumen; 2) Aktivitas (ke dokumen) → Detail Dokumen.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Lacak Pengiriman: Posisi armada real-time, estimasi tiba, dan kontak supir. Area klik: 1) Kembali → Detail Dokumen.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Verifikasi Penerimaan: Checklist kondisi barang, foto bukti, dan tanda tangan penerima. Area klik: 1) Tutup (X) → Detail Dokumen; 2) Area gelap → Detail Dokumen; 3) Batal → Detail Dokumen; 4) Konfirmasi → Verifikasi Berhasil.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Verifikasi Berhasil: Konfirmasi bahwa penerimaan telah diverifikasi dan tercatat. Area klik: 1) Lihat Detail Dokumen → Detail Dokumen; 2) Kembali ke Beranda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Buat Surat Jalan: Form singkat untuk membuat surat jalan digital beserta lampiran. Area klik: 1) Tutup (X) → Dashboard; 2) Simpan Draf → Dashboard; 3) Kirim Surat → Surat Terkirim.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Terkirim: Nomor dokumen dibuat otomatis, lengkap dengan QR untuk serah terima. Area klik: 1) Lihat Detail Dokumen → Detail Dokumen; 2) Kembali ke Beranda →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Notifikasi: Pembaruan status surat secara langsung; yang belum dibaca ditandai. Area klik: 1) Notif SJ/…/0142 → Detail Dokumen; 2) Notifikasi lain → Detail Dokumen; 3) Beranda → Dashboard; 4) Tab Dokumen → Daftar Dokumen; 5) Tombol + Buat Surat → Buat Surat Jalan; 6) Tab Profil → Profil.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Profil: Data pengguna, ringkasan kinerja, dan pengaturan akun. Area klik: 1) Keluar → Login; 2) Beranda → Dashboard; 3) Tab Dokumen → Daftar Dokumen; 4) Tombol + Buat Surat → Buat Surat Jalan; 5) Tab Notifikasi → Notifikasi.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3.xm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image" Target="../media/image1.png"/><Relationship Id="rId4" Type="http://schemas.openxmlformats.org/officeDocument/2006/relationships/slide" Target="slide2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slide" Target="slide8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" Type="http://schemas.openxmlformats.org/officeDocument/2006/relationships/slide" Target="slide3.xml"/><Relationship Id="rId21" Type="http://schemas.openxmlformats.org/officeDocument/2006/relationships/slide" Target="slide12.xml"/><Relationship Id="rId7" Type="http://schemas.openxmlformats.org/officeDocument/2006/relationships/slide" Target="slide5.xml"/><Relationship Id="rId12" Type="http://schemas.openxmlformats.org/officeDocument/2006/relationships/image" Target="../media/image6.png"/><Relationship Id="rId17" Type="http://schemas.openxmlformats.org/officeDocument/2006/relationships/slide" Target="slide10.xml"/><Relationship Id="rId25" Type="http://schemas.openxmlformats.org/officeDocument/2006/relationships/slide" Target="slide14.xml"/><Relationship Id="rId33" Type="http://schemas.openxmlformats.org/officeDocument/2006/relationships/slide" Target="slide1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29" Type="http://schemas.openxmlformats.org/officeDocument/2006/relationships/slide" Target="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slide" Target="slide7.xml"/><Relationship Id="rId24" Type="http://schemas.openxmlformats.org/officeDocument/2006/relationships/image" Target="../media/image11.png"/><Relationship Id="rId32" Type="http://schemas.openxmlformats.org/officeDocument/2006/relationships/image" Target="../media/image15.png"/><Relationship Id="rId5" Type="http://schemas.openxmlformats.org/officeDocument/2006/relationships/slide" Target="slide4.xml"/><Relationship Id="rId15" Type="http://schemas.openxmlformats.org/officeDocument/2006/relationships/slide" Target="slide9.xml"/><Relationship Id="rId23" Type="http://schemas.openxmlformats.org/officeDocument/2006/relationships/slide" Target="slide13.xml"/><Relationship Id="rId28" Type="http://schemas.openxmlformats.org/officeDocument/2006/relationships/image" Target="../media/image13.png"/><Relationship Id="rId10" Type="http://schemas.openxmlformats.org/officeDocument/2006/relationships/image" Target="../media/image5.png"/><Relationship Id="rId19" Type="http://schemas.openxmlformats.org/officeDocument/2006/relationships/slide" Target="slide11.xml"/><Relationship Id="rId31" Type="http://schemas.openxmlformats.org/officeDocument/2006/relationships/slide" Target="slide17.xml"/><Relationship Id="rId4" Type="http://schemas.openxmlformats.org/officeDocument/2006/relationships/image" Target="../media/image1.png"/><Relationship Id="rId9" Type="http://schemas.openxmlformats.org/officeDocument/2006/relationships/slide" Target="slide6.xml"/><Relationship Id="rId14" Type="http://schemas.openxmlformats.org/officeDocument/2006/relationships/image" Target="../media/image2.png"/><Relationship Id="rId22" Type="http://schemas.openxmlformats.org/officeDocument/2006/relationships/image" Target="../media/image10.png"/><Relationship Id="rId27" Type="http://schemas.openxmlformats.org/officeDocument/2006/relationships/slide" Target="slide15.xml"/><Relationship Id="rId30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3.png"/><Relationship Id="rId7" Type="http://schemas.openxmlformats.org/officeDocument/2006/relationships/slide" Target="slide8.xml"/><Relationship Id="rId12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11" Type="http://schemas.openxmlformats.org/officeDocument/2006/relationships/slide" Target="slide2.xml"/><Relationship Id="rId5" Type="http://schemas.openxmlformats.org/officeDocument/2006/relationships/slide" Target="slide6.xml"/><Relationship Id="rId10" Type="http://schemas.openxmlformats.org/officeDocument/2006/relationships/slide" Target="slide14.xml"/><Relationship Id="rId4" Type="http://schemas.openxmlformats.org/officeDocument/2006/relationships/slide" Target="slide5.xml"/><Relationship Id="rId9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image" Target="../media/image6.png"/><Relationship Id="rId7" Type="http://schemas.openxmlformats.org/officeDocument/2006/relationships/slide" Target="slide4.xml"/><Relationship Id="rId12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slide" Target="slide2.xml"/><Relationship Id="rId5" Type="http://schemas.openxmlformats.org/officeDocument/2006/relationships/slide" Target="slide6.xml"/><Relationship Id="rId10" Type="http://schemas.openxmlformats.org/officeDocument/2006/relationships/slide" Target="slide17.xml"/><Relationship Id="rId4" Type="http://schemas.openxmlformats.org/officeDocument/2006/relationships/slide" Target="slide5.xml"/><Relationship Id="rId9" Type="http://schemas.openxmlformats.org/officeDocument/2006/relationships/slide" Target="slide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2.png"/><Relationship Id="rId7" Type="http://schemas.openxmlformats.org/officeDocument/2006/relationships/slide" Target="slide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10" Type="http://schemas.openxmlformats.org/officeDocument/2006/relationships/slide" Target="slide1.xml"/><Relationship Id="rId4" Type="http://schemas.openxmlformats.org/officeDocument/2006/relationships/slide" Target="slide4.xml"/><Relationship Id="rId9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2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3.xml"/><Relationship Id="rId4" Type="http://schemas.openxmlformats.org/officeDocument/2006/relationships/slide" Target="sl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4.xml"/><Relationship Id="rId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15.xml"/><Relationship Id="rId4" Type="http://schemas.openxmlformats.org/officeDocument/2006/relationships/slide" Target="slid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5" Type="http://schemas.openxmlformats.org/officeDocument/2006/relationships/slide" Target="slide4.xml"/><Relationship Id="rId4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4.png"/><Relationship Id="rId7" Type="http://schemas.openxmlformats.org/officeDocument/2006/relationships/slide" Target="slide1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10" Type="http://schemas.openxmlformats.org/officeDocument/2006/relationships/slide" Target="slide1.xml"/><Relationship Id="rId4" Type="http://schemas.openxmlformats.org/officeDocument/2006/relationships/slide" Target="slide8.xml"/><Relationship Id="rId9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15.png"/><Relationship Id="rId7" Type="http://schemas.openxmlformats.org/officeDocument/2006/relationships/slide" Target="slide1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10" Type="http://schemas.openxmlformats.org/officeDocument/2006/relationships/slide" Target="slide1.xml"/><Relationship Id="rId4" Type="http://schemas.openxmlformats.org/officeDocument/2006/relationships/slide" Target="slide3.xml"/><Relationship Id="rId9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A4FF"/>
                </a:solidFill>
              </a:rPr>
              <a:t>SIMULASI PROTOTYPE 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4400" b="1" dirty="0" err="1">
                <a:solidFill>
                  <a:srgbClr val="FFFFFF"/>
                </a:solidFill>
              </a:rPr>
              <a:t>Document</a:t>
            </a:r>
            <a:r>
              <a:rPr lang="id-ID" sz="4400" b="1" dirty="0">
                <a:solidFill>
                  <a:srgbClr val="FFFFFF"/>
                </a:solidFill>
              </a:rPr>
              <a:t> </a:t>
            </a:r>
            <a:r>
              <a:rPr lang="en-US" sz="4400" b="1" dirty="0">
                <a:solidFill>
                  <a:srgbClr val="FFFFFF"/>
                </a:solidFill>
              </a:rPr>
              <a:t>Digital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9BCD6"/>
                </a:solidFill>
              </a:rPr>
              <a:t>Aplikasi Pengelolaan Surat Jalan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CD6"/>
                </a:solidFill>
              </a:rPr>
              <a:t>Prototype interaktif 15 layar. Jalankan slideshow (F5), lalu klik tombol atau area pada layar ponsel untuk berpindah halaman seperti aplikasi sungguhan.</a:t>
            </a:r>
            <a:endParaRPr lang="en-US" sz="1400" dirty="0"/>
          </a:p>
        </p:txBody>
      </p:sp>
      <p:sp>
        <p:nvSpPr>
          <p:cNvPr id="6" name="LINK3__Mulai Simulasi  ▶">
            <a:hlinkClick r:id="rId3" action="ppaction://hlinksldjump" tooltip="Mulai Simulasi  ▶"/>
          </p:cNvPr>
          <p:cNvSpPr/>
          <p:nvPr/>
        </p:nvSpPr>
        <p:spPr>
          <a:xfrm>
            <a:off x="640080" y="3886200"/>
            <a:ext cx="2377440" cy="548640"/>
          </a:xfrm>
          <a:prstGeom prst="roundRect">
            <a:avLst>
              <a:gd name="adj" fmla="val 83333"/>
            </a:avLst>
          </a:prstGeom>
          <a:solidFill>
            <a:srgbClr val="1D63ED"/>
          </a:solidFill>
          <a:ln w="12700">
            <a:solidFill>
              <a:srgbClr val="1D63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Simulasi  ▶</a:t>
            </a:r>
            <a:endParaRPr lang="en-US" sz="1500" dirty="0"/>
          </a:p>
        </p:txBody>
      </p:sp>
      <p:sp>
        <p:nvSpPr>
          <p:cNvPr id="7" name="LINK2__Peta Alur">
            <a:hlinkClick r:id="rId4" action="ppaction://hlinksldjump" tooltip="Peta Alur"/>
          </p:cNvPr>
          <p:cNvSpPr/>
          <p:nvPr/>
        </p:nvSpPr>
        <p:spPr>
          <a:xfrm>
            <a:off x="3200400" y="3886200"/>
            <a:ext cx="1645920" cy="548640"/>
          </a:xfrm>
          <a:prstGeom prst="roundRect">
            <a:avLst>
              <a:gd name="adj" fmla="val 83333"/>
            </a:avLst>
          </a:prstGeom>
          <a:solidFill>
            <a:srgbClr val="0A1F3D"/>
          </a:solidFill>
          <a:ln w="12700">
            <a:solidFill>
              <a:srgbClr val="5BA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A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A4FF"/>
                </a:solidFill>
              </a:rPr>
              <a:t>ANGGOTA KELOMPOK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0749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Ahbas Tuhuteru · 26120400012 (Ketua)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Agung Nugraha · 26140400002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Anisa Wulandari · 26120400008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Alfatih Aziz · 26120400009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Fajar Raihan · 26120400007</a:t>
            </a:r>
            <a:endParaRPr lang="en-US" sz="1200" dirty="0"/>
          </a:p>
        </p:txBody>
      </p:sp>
      <p:pic>
        <p:nvPicPr>
          <p:cNvPr id="10" name="LINK3__Login" descr="preencoded.png">
            <a:hlinkClick r:id="rId3" action="ppaction://hlinksldjump" tooltip="Login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325880"/>
            <a:ext cx="2180654" cy="4572000"/>
          </a:xfrm>
          <a:prstGeom prst="rect">
            <a:avLst/>
          </a:prstGeom>
        </p:spPr>
      </p:pic>
      <p:pic>
        <p:nvPicPr>
          <p:cNvPr id="11" name="LINK8__Detail Dokumen" descr="preencoded.png">
            <a:hlinkClick r:id="rId6" action="ppaction://hlinksldjump" tooltip="Detail Dokumen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1325880"/>
            <a:ext cx="2180654" cy="4572000"/>
          </a:xfrm>
          <a:prstGeom prst="rect">
            <a:avLst/>
          </a:prstGeom>
        </p:spPr>
      </p:pic>
      <p:pic>
        <p:nvPicPr>
          <p:cNvPr id="12" name="LINK4__Dashboard" descr="preencoded.png">
            <a:hlinkClick r:id="rId8" action="ppaction://hlinksldjump" tooltip="Dashboard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0" y="777240"/>
            <a:ext cx="2180654" cy="4572000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Peta Alur Aplikasi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CD6"/>
                </a:solidFill>
              </a:rPr>
              <a:t>Klik salah satu layar untuk langsung membukanya. Alur utama: Login → Dashboard → Detail Dokumen → Verifikasi → Berhasil</a:t>
            </a:r>
            <a:endParaRPr lang="en-US" sz="1400" dirty="0"/>
          </a:p>
        </p:txBody>
      </p:sp>
      <p:pic>
        <p:nvPicPr>
          <p:cNvPr id="4" name="LINK3__Login" descr="preencoded.png">
            <a:hlinkClick r:id="rId3" action="ppaction://hlinksldjump" tooltip="Login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1003101" cy="2103120"/>
          </a:xfrm>
          <a:prstGeom prst="rect">
            <a:avLst/>
          </a:prstGeom>
        </p:spPr>
      </p:pic>
      <p:sp>
        <p:nvSpPr>
          <p:cNvPr id="5" name="LINK3__Login">
            <a:hlinkClick r:id="rId3" action="ppaction://hlinksldjump" tooltip="Login"/>
          </p:cNvPr>
          <p:cNvSpPr txBox="1"/>
          <p:nvPr/>
        </p:nvSpPr>
        <p:spPr>
          <a:xfrm>
            <a:off x="320040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Login</a:t>
            </a:r>
            <a:endParaRPr lang="en-US" sz="1000" dirty="0"/>
          </a:p>
        </p:txBody>
      </p:sp>
      <p:pic>
        <p:nvPicPr>
          <p:cNvPr id="6" name="LINK4__Dashboard" descr="preencoded.png">
            <a:hlinkClick r:id="rId5" action="ppaction://hlinksldjump" tooltip="Dashboar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9864" y="1554480"/>
            <a:ext cx="1003101" cy="2103120"/>
          </a:xfrm>
          <a:prstGeom prst="rect">
            <a:avLst/>
          </a:prstGeom>
        </p:spPr>
      </p:pic>
      <p:sp>
        <p:nvSpPr>
          <p:cNvPr id="7" name="LINK4__Dashboard">
            <a:hlinkClick r:id="rId5" action="ppaction://hlinksldjump" tooltip="Dashboard"/>
          </p:cNvPr>
          <p:cNvSpPr txBox="1"/>
          <p:nvPr/>
        </p:nvSpPr>
        <p:spPr>
          <a:xfrm>
            <a:off x="1761264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Dashboard</a:t>
            </a:r>
            <a:endParaRPr lang="en-US" sz="1000" dirty="0"/>
          </a:p>
        </p:txBody>
      </p:sp>
      <p:pic>
        <p:nvPicPr>
          <p:cNvPr id="8" name="LINK5__Pencarian" descr="preencoded.png">
            <a:hlinkClick r:id="rId7" action="ppaction://hlinksldjump" tooltip="Pencarian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1089" y="1554480"/>
            <a:ext cx="1003101" cy="2103120"/>
          </a:xfrm>
          <a:prstGeom prst="rect">
            <a:avLst/>
          </a:prstGeom>
        </p:spPr>
      </p:pic>
      <p:sp>
        <p:nvSpPr>
          <p:cNvPr id="9" name="LINK5__Pencarian">
            <a:hlinkClick r:id="rId7" action="ppaction://hlinksldjump" tooltip="Pencarian"/>
          </p:cNvPr>
          <p:cNvSpPr txBox="1"/>
          <p:nvPr/>
        </p:nvSpPr>
        <p:spPr>
          <a:xfrm>
            <a:off x="3202489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Pencarian</a:t>
            </a:r>
            <a:endParaRPr lang="en-US" sz="1000" dirty="0"/>
          </a:p>
        </p:txBody>
      </p:sp>
      <p:pic>
        <p:nvPicPr>
          <p:cNvPr id="10" name="LINK6__Filter &amp; Urutkan" descr="preencoded.png">
            <a:hlinkClick r:id="rId9" action="ppaction://hlinksldjump" tooltip="Filter &amp; Urutkan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2313" y="1554480"/>
            <a:ext cx="1003101" cy="2103120"/>
          </a:xfrm>
          <a:prstGeom prst="rect">
            <a:avLst/>
          </a:prstGeom>
        </p:spPr>
      </p:pic>
      <p:sp>
        <p:nvSpPr>
          <p:cNvPr id="11" name="LINK6__Filter &amp;amp; Urutkan">
            <a:hlinkClick r:id="rId9" action="ppaction://hlinksldjump" tooltip="Filter &amp;amp; Urutkan"/>
          </p:cNvPr>
          <p:cNvSpPr txBox="1"/>
          <p:nvPr/>
        </p:nvSpPr>
        <p:spPr>
          <a:xfrm>
            <a:off x="4643713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Filter &amp; Urutkan</a:t>
            </a:r>
            <a:endParaRPr lang="en-US" sz="1000" dirty="0"/>
          </a:p>
        </p:txBody>
      </p:sp>
      <p:pic>
        <p:nvPicPr>
          <p:cNvPr id="12" name="LINK7__Daftar Dokumen" descr="preencoded.png">
            <a:hlinkClick r:id="rId11" action="ppaction://hlinksldjump" tooltip="Daftar Dokumen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3538" y="1554480"/>
            <a:ext cx="1003101" cy="2103120"/>
          </a:xfrm>
          <a:prstGeom prst="rect">
            <a:avLst/>
          </a:prstGeom>
        </p:spPr>
      </p:pic>
      <p:sp>
        <p:nvSpPr>
          <p:cNvPr id="13" name="LINK7__Daftar Dokumen">
            <a:hlinkClick r:id="rId11" action="ppaction://hlinksldjump" tooltip="Daftar Dokumen"/>
          </p:cNvPr>
          <p:cNvSpPr txBox="1"/>
          <p:nvPr/>
        </p:nvSpPr>
        <p:spPr>
          <a:xfrm>
            <a:off x="6084938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Daftar Dokumen</a:t>
            </a:r>
            <a:endParaRPr lang="en-US" sz="1000" dirty="0"/>
          </a:p>
        </p:txBody>
      </p:sp>
      <p:pic>
        <p:nvPicPr>
          <p:cNvPr id="14" name="LINK8__Detail Dokumen" descr="preencoded.png">
            <a:hlinkClick r:id="rId13" action="ppaction://hlinksldjump" tooltip="Detail Dokumen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4762" y="1554480"/>
            <a:ext cx="1003101" cy="2103120"/>
          </a:xfrm>
          <a:prstGeom prst="rect">
            <a:avLst/>
          </a:prstGeom>
        </p:spPr>
      </p:pic>
      <p:sp>
        <p:nvSpPr>
          <p:cNvPr id="15" name="LINK8__Detail Dokumen">
            <a:hlinkClick r:id="rId13" action="ppaction://hlinksldjump" tooltip="Detail Dokumen"/>
          </p:cNvPr>
          <p:cNvSpPr txBox="1"/>
          <p:nvPr/>
        </p:nvSpPr>
        <p:spPr>
          <a:xfrm>
            <a:off x="7526162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Detail Dokumen</a:t>
            </a:r>
            <a:endParaRPr lang="en-US" sz="1000" dirty="0"/>
          </a:p>
        </p:txBody>
      </p:sp>
      <p:pic>
        <p:nvPicPr>
          <p:cNvPr id="16" name="LINK9__Lihat Bukti" descr="preencoded.png">
            <a:hlinkClick r:id="rId15" action="ppaction://hlinksldjump" tooltip="Lihat Bukti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95987" y="1554480"/>
            <a:ext cx="1003101" cy="2103120"/>
          </a:xfrm>
          <a:prstGeom prst="rect">
            <a:avLst/>
          </a:prstGeom>
        </p:spPr>
      </p:pic>
      <p:sp>
        <p:nvSpPr>
          <p:cNvPr id="17" name="LINK9__Lihat Bukti">
            <a:hlinkClick r:id="rId15" action="ppaction://hlinksldjump" tooltip="Lihat Bukti"/>
          </p:cNvPr>
          <p:cNvSpPr txBox="1"/>
          <p:nvPr/>
        </p:nvSpPr>
        <p:spPr>
          <a:xfrm>
            <a:off x="8967387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Lihat Bukti</a:t>
            </a:r>
            <a:endParaRPr lang="en-US" sz="1000" dirty="0"/>
          </a:p>
        </p:txBody>
      </p:sp>
      <p:pic>
        <p:nvPicPr>
          <p:cNvPr id="18" name="LINK10__Audit Trail" descr="preencoded.png">
            <a:hlinkClick r:id="rId17" action="ppaction://hlinksldjump" tooltip="Audit Trail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37211" y="1554480"/>
            <a:ext cx="1003101" cy="2103120"/>
          </a:xfrm>
          <a:prstGeom prst="rect">
            <a:avLst/>
          </a:prstGeom>
        </p:spPr>
      </p:pic>
      <p:sp>
        <p:nvSpPr>
          <p:cNvPr id="19" name="LINK10__Audit Trail">
            <a:hlinkClick r:id="rId17" action="ppaction://hlinksldjump" tooltip="Audit Trail"/>
          </p:cNvPr>
          <p:cNvSpPr txBox="1"/>
          <p:nvPr/>
        </p:nvSpPr>
        <p:spPr>
          <a:xfrm>
            <a:off x="10408611" y="371246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  Audit Trail</a:t>
            </a:r>
            <a:endParaRPr lang="en-US" sz="1000" dirty="0"/>
          </a:p>
        </p:txBody>
      </p:sp>
      <p:pic>
        <p:nvPicPr>
          <p:cNvPr id="20" name="LINK11__Lacak Pengiriman" descr="preencoded.png">
            <a:hlinkClick r:id="rId19" action="ppaction://hlinksldjump" tooltip="Lacak Pengiriman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" y="4160520"/>
            <a:ext cx="1003101" cy="2103120"/>
          </a:xfrm>
          <a:prstGeom prst="rect">
            <a:avLst/>
          </a:prstGeom>
        </p:spPr>
      </p:pic>
      <p:sp>
        <p:nvSpPr>
          <p:cNvPr id="21" name="LINK11__Lacak Pengiriman">
            <a:hlinkClick r:id="rId19" action="ppaction://hlinksldjump" tooltip="Lacak Pengiriman"/>
          </p:cNvPr>
          <p:cNvSpPr txBox="1"/>
          <p:nvPr/>
        </p:nvSpPr>
        <p:spPr>
          <a:xfrm>
            <a:off x="320040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  Lacak Pengiriman</a:t>
            </a:r>
            <a:endParaRPr lang="en-US" sz="1000" dirty="0"/>
          </a:p>
        </p:txBody>
      </p:sp>
      <p:pic>
        <p:nvPicPr>
          <p:cNvPr id="22" name="LINK12__Verifikasi Penerimaan" descr="preencoded.png">
            <a:hlinkClick r:id="rId21" action="ppaction://hlinksldjump" tooltip="Verifikasi Penerimaan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89864" y="4160520"/>
            <a:ext cx="1003101" cy="2103120"/>
          </a:xfrm>
          <a:prstGeom prst="rect">
            <a:avLst/>
          </a:prstGeom>
        </p:spPr>
      </p:pic>
      <p:sp>
        <p:nvSpPr>
          <p:cNvPr id="23" name="LINK12__Verifikasi Penerimaan">
            <a:hlinkClick r:id="rId21" action="ppaction://hlinksldjump" tooltip="Verifikasi Penerimaan"/>
          </p:cNvPr>
          <p:cNvSpPr txBox="1"/>
          <p:nvPr/>
        </p:nvSpPr>
        <p:spPr>
          <a:xfrm>
            <a:off x="1761264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 Verifikasi Penerimaan</a:t>
            </a:r>
            <a:endParaRPr lang="en-US" sz="1000" dirty="0"/>
          </a:p>
        </p:txBody>
      </p:sp>
      <p:pic>
        <p:nvPicPr>
          <p:cNvPr id="24" name="LINK13__Verifikasi Berhasil" descr="preencoded.png">
            <a:hlinkClick r:id="rId23" action="ppaction://hlinksldjump" tooltip="Verifikasi Berhasil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31089" y="4160520"/>
            <a:ext cx="1003101" cy="2103120"/>
          </a:xfrm>
          <a:prstGeom prst="rect">
            <a:avLst/>
          </a:prstGeom>
        </p:spPr>
      </p:pic>
      <p:sp>
        <p:nvSpPr>
          <p:cNvPr id="25" name="LINK13__Verifikasi Berhasil">
            <a:hlinkClick r:id="rId23" action="ppaction://hlinksldjump" tooltip="Verifikasi Berhasil"/>
          </p:cNvPr>
          <p:cNvSpPr txBox="1"/>
          <p:nvPr/>
        </p:nvSpPr>
        <p:spPr>
          <a:xfrm>
            <a:off x="3202489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  Verifikasi Berhasil</a:t>
            </a:r>
            <a:endParaRPr lang="en-US" sz="1000" dirty="0"/>
          </a:p>
        </p:txBody>
      </p:sp>
      <p:pic>
        <p:nvPicPr>
          <p:cNvPr id="26" name="LINK14__Buat Surat Jalan" descr="preencoded.png">
            <a:hlinkClick r:id="rId25" action="ppaction://hlinksldjump" tooltip="Buat Surat Jalan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872313" y="4160520"/>
            <a:ext cx="1003101" cy="2103120"/>
          </a:xfrm>
          <a:prstGeom prst="rect">
            <a:avLst/>
          </a:prstGeom>
        </p:spPr>
      </p:pic>
      <p:sp>
        <p:nvSpPr>
          <p:cNvPr id="27" name="LINK14__Buat Surat Jalan">
            <a:hlinkClick r:id="rId25" action="ppaction://hlinksldjump" tooltip="Buat Surat Jalan"/>
          </p:cNvPr>
          <p:cNvSpPr txBox="1"/>
          <p:nvPr/>
        </p:nvSpPr>
        <p:spPr>
          <a:xfrm>
            <a:off x="4643713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  Buat Surat Jalan</a:t>
            </a:r>
            <a:endParaRPr lang="en-US" sz="1000" dirty="0"/>
          </a:p>
        </p:txBody>
      </p:sp>
      <p:pic>
        <p:nvPicPr>
          <p:cNvPr id="28" name="LINK15__Surat Terkirim" descr="preencoded.png">
            <a:hlinkClick r:id="rId27" action="ppaction://hlinksldjump" tooltip="Surat Terkirim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13538" y="4160520"/>
            <a:ext cx="1003101" cy="2103120"/>
          </a:xfrm>
          <a:prstGeom prst="rect">
            <a:avLst/>
          </a:prstGeom>
        </p:spPr>
      </p:pic>
      <p:sp>
        <p:nvSpPr>
          <p:cNvPr id="29" name="LINK15__Surat Terkirim">
            <a:hlinkClick r:id="rId27" action="ppaction://hlinksldjump" tooltip="Surat Terkirim"/>
          </p:cNvPr>
          <p:cNvSpPr txBox="1"/>
          <p:nvPr/>
        </p:nvSpPr>
        <p:spPr>
          <a:xfrm>
            <a:off x="6084938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  Surat Terkirim</a:t>
            </a:r>
            <a:endParaRPr lang="en-US" sz="1000" dirty="0"/>
          </a:p>
        </p:txBody>
      </p:sp>
      <p:pic>
        <p:nvPicPr>
          <p:cNvPr id="30" name="LINK16__Notifikasi" descr="preencoded.png">
            <a:hlinkClick r:id="rId29" action="ppaction://hlinksldjump" tooltip="Notifikasi"/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754762" y="4160520"/>
            <a:ext cx="1003101" cy="2103120"/>
          </a:xfrm>
          <a:prstGeom prst="rect">
            <a:avLst/>
          </a:prstGeom>
        </p:spPr>
      </p:pic>
      <p:sp>
        <p:nvSpPr>
          <p:cNvPr id="31" name="LINK16__Notifikasi">
            <a:hlinkClick r:id="rId29" action="ppaction://hlinksldjump" tooltip="Notifikasi"/>
          </p:cNvPr>
          <p:cNvSpPr txBox="1"/>
          <p:nvPr/>
        </p:nvSpPr>
        <p:spPr>
          <a:xfrm>
            <a:off x="7526162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  Notifikasi</a:t>
            </a:r>
            <a:endParaRPr lang="en-US" sz="1000" dirty="0"/>
          </a:p>
        </p:txBody>
      </p:sp>
      <p:pic>
        <p:nvPicPr>
          <p:cNvPr id="32" name="LINK17__Profil" descr="preencoded.png">
            <a:hlinkClick r:id="rId31" action="ppaction://hlinksldjump" tooltip="Profil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95987" y="4160520"/>
            <a:ext cx="1003101" cy="2103120"/>
          </a:xfrm>
          <a:prstGeom prst="rect">
            <a:avLst/>
          </a:prstGeom>
        </p:spPr>
      </p:pic>
      <p:sp>
        <p:nvSpPr>
          <p:cNvPr id="33" name="LINK17__Profil">
            <a:hlinkClick r:id="rId31" action="ppaction://hlinksldjump" tooltip="Profil"/>
          </p:cNvPr>
          <p:cNvSpPr txBox="1"/>
          <p:nvPr/>
        </p:nvSpPr>
        <p:spPr>
          <a:xfrm>
            <a:off x="8967387" y="6318504"/>
            <a:ext cx="1460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  Profil</a:t>
            </a:r>
            <a:endParaRPr lang="en-US" sz="1000" dirty="0"/>
          </a:p>
        </p:txBody>
      </p:sp>
      <p:sp>
        <p:nvSpPr>
          <p:cNvPr id="34" name="LINK1__◂  Kembali ke Judul">
            <a:hlinkClick r:id="rId33" action="ppaction://hlinksldjump" tooltip="◂  Kembali ke Judul"/>
          </p:cNvPr>
          <p:cNvSpPr/>
          <p:nvPr/>
        </p:nvSpPr>
        <p:spPr>
          <a:xfrm>
            <a:off x="9326880" y="411480"/>
            <a:ext cx="2286000" cy="384048"/>
          </a:xfrm>
          <a:prstGeom prst="roundRect">
            <a:avLst>
              <a:gd name="adj" fmla="val 119048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  Kembali ke Judul</a:t>
            </a:r>
            <a:endParaRPr lang="en-US" sz="1200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4__Tombol Masuk → Dashboard">
            <a:hlinkClick r:id="rId4" action="ppaction://hlinksldjump" tooltip="Tombol Masuk → Dashboard"/>
          </p:cNvPr>
          <p:cNvSpPr/>
          <p:nvPr/>
        </p:nvSpPr>
        <p:spPr>
          <a:xfrm>
            <a:off x="1077054" y="5137074"/>
            <a:ext cx="2413890" cy="3811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Tombol Masuk">
            <a:hlinkClick r:id="rId4" action="ppaction://hlinksldjump" tooltip="Tombol Masuk"/>
          </p:cNvPr>
          <p:cNvSpPr/>
          <p:nvPr/>
        </p:nvSpPr>
        <p:spPr>
          <a:xfrm>
            <a:off x="994758" y="505477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01 / 15</a:t>
            </a:r>
            <a:endParaRPr lang="en-US" sz="1200" dirty="0"/>
          </a:p>
        </p:txBody>
      </p:sp>
      <p:sp>
        <p:nvSpPr>
          <p:cNvPr id="6" name="LINK2__Peta Alur">
            <a:hlinkClick r:id="rId5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7" name="LINK1__Judul">
            <a:hlinkClick r:id="rId6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Login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Pengguna masuk dengan akun pegawai. Satu tombol utama besar agar mudah dijangkau.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tombol Masuk lebar penuh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3" name="LINK4__Tombol Masuk">
            <a:hlinkClick r:id="rId4" action="ppaction://hlinksldjump" tooltip="Tombol Masuk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4" name="LINK4__Tombol Masuk">
            <a:hlinkClick r:id="rId4" action="ppaction://hlinksldjump" tooltip="Tombol Masuk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Tombol Masuk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15" name="LINK4__Tombol Masuk">
            <a:hlinkClick r:id="rId4" action="ppaction://hlinksldjump" tooltip="Tombol Masuk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5__Search bar → Pencarian">
            <a:hlinkClick r:id="rId4" action="ppaction://hlinksldjump" tooltip="Search bar → Pencarian"/>
          </p:cNvPr>
          <p:cNvSpPr/>
          <p:nvPr/>
        </p:nvSpPr>
        <p:spPr>
          <a:xfrm>
            <a:off x="1048821" y="1325669"/>
            <a:ext cx="2046865" cy="40937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5__Scan nomor surat → Pencarian">
            <a:hlinkClick r:id="rId4" action="ppaction://hlinksldjump" tooltip="Scan nomor surat → Pencarian"/>
          </p:cNvPr>
          <p:cNvSpPr/>
          <p:nvPr/>
        </p:nvSpPr>
        <p:spPr>
          <a:xfrm>
            <a:off x="3166268" y="1403309"/>
            <a:ext cx="268210" cy="25409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6__Filter → Filter &amp; Urutkan">
            <a:hlinkClick r:id="rId5" action="ppaction://hlinksldjump" tooltip="Filter → Filter &amp; Urutkan"/>
          </p:cNvPr>
          <p:cNvSpPr/>
          <p:nvPr/>
        </p:nvSpPr>
        <p:spPr>
          <a:xfrm>
            <a:off x="1048821" y="2144415"/>
            <a:ext cx="1206945" cy="31055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6__Urutkan → Filter &amp; Urutkan">
            <a:hlinkClick r:id="rId5" action="ppaction://hlinksldjump" tooltip="Urutkan → Filter &amp; Urutkan"/>
          </p:cNvPr>
          <p:cNvSpPr/>
          <p:nvPr/>
        </p:nvSpPr>
        <p:spPr>
          <a:xfrm>
            <a:off x="2312231" y="2144415"/>
            <a:ext cx="1206945" cy="31055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7__Ringkasan status → Daftar Dokumen">
            <a:hlinkClick r:id="rId6" action="ppaction://hlinksldjump" tooltip="Ringkasan status → Daftar Dokumen"/>
          </p:cNvPr>
          <p:cNvSpPr/>
          <p:nvPr/>
        </p:nvSpPr>
        <p:spPr>
          <a:xfrm>
            <a:off x="1048821" y="2793766"/>
            <a:ext cx="2470355" cy="93167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LINK7__Lihat semua → Daftar Dokumen">
            <a:hlinkClick r:id="rId6" action="ppaction://hlinksldjump" tooltip="Lihat semua → Daftar Dokumen"/>
          </p:cNvPr>
          <p:cNvSpPr/>
          <p:nvPr/>
        </p:nvSpPr>
        <p:spPr>
          <a:xfrm>
            <a:off x="2954523" y="3880722"/>
            <a:ext cx="564653" cy="16939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LINK8__Dokumen SJ/…/0142 → Detail Dokumen">
            <a:hlinkClick r:id="rId7" action="ppaction://hlinksldjump" tooltip="Dokumen SJ/…/0142 → Detail Dokumen"/>
          </p:cNvPr>
          <p:cNvSpPr/>
          <p:nvPr/>
        </p:nvSpPr>
        <p:spPr>
          <a:xfrm>
            <a:off x="1048821" y="4078350"/>
            <a:ext cx="2470355" cy="494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LINK8__Dokumen lain → Detail Dokumen">
            <a:hlinkClick r:id="rId7" action="ppaction://hlinksldjump" tooltip="Dokumen lain → Detail Dokumen"/>
          </p:cNvPr>
          <p:cNvSpPr/>
          <p:nvPr/>
        </p:nvSpPr>
        <p:spPr>
          <a:xfrm>
            <a:off x="1048821" y="4643003"/>
            <a:ext cx="2470355" cy="10587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LINK16__Lonceng notifikasi → Notifikasi">
            <a:hlinkClick r:id="rId8" action="ppaction://hlinksldjump" tooltip="Lonceng notifikasi → Notifikasi"/>
          </p:cNvPr>
          <p:cNvSpPr/>
          <p:nvPr/>
        </p:nvSpPr>
        <p:spPr>
          <a:xfrm>
            <a:off x="2926291" y="902180"/>
            <a:ext cx="282326" cy="282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LINK17__Avatar profil → Profil">
            <a:hlinkClick r:id="rId9" action="ppaction://hlinksldjump" tooltip="Avatar profil → Profil"/>
          </p:cNvPr>
          <p:cNvSpPr/>
          <p:nvPr/>
        </p:nvSpPr>
        <p:spPr>
          <a:xfrm>
            <a:off x="3236850" y="902180"/>
            <a:ext cx="282326" cy="282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LINK7__Tab Dokumen → Daftar Dokumen">
            <a:hlinkClick r:id="rId6" action="ppaction://hlinksldjump" tooltip="Tab Dokumen → Daftar Dokumen"/>
          </p:cNvPr>
          <p:cNvSpPr/>
          <p:nvPr/>
        </p:nvSpPr>
        <p:spPr>
          <a:xfrm>
            <a:off x="1458194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LINK14__Tombol + Buat Surat → Buat Surat Jalan">
            <a:hlinkClick r:id="rId10" action="ppaction://hlinksldjump" tooltip="Tombol + Buat Surat → Buat Surat Jalan"/>
          </p:cNvPr>
          <p:cNvSpPr/>
          <p:nvPr/>
        </p:nvSpPr>
        <p:spPr>
          <a:xfrm>
            <a:off x="2044021" y="5659378"/>
            <a:ext cx="479955" cy="47995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LINK16__Tab Notifikasi → Notifikasi">
            <a:hlinkClick r:id="rId8" action="ppaction://hlinksldjump" tooltip="Tab Notifikasi → Notifikasi"/>
          </p:cNvPr>
          <p:cNvSpPr/>
          <p:nvPr/>
        </p:nvSpPr>
        <p:spPr>
          <a:xfrm>
            <a:off x="2559267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LINK17__Tab Profil → Profil">
            <a:hlinkClick r:id="rId9" action="ppaction://hlinksldjump" tooltip="Tab Profil → Profil"/>
          </p:cNvPr>
          <p:cNvSpPr/>
          <p:nvPr/>
        </p:nvSpPr>
        <p:spPr>
          <a:xfrm>
            <a:off x="3109803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LINK5__Search bar">
            <a:hlinkClick r:id="rId4" action="ppaction://hlinksldjump" tooltip="Search bar"/>
          </p:cNvPr>
          <p:cNvSpPr/>
          <p:nvPr/>
        </p:nvSpPr>
        <p:spPr>
          <a:xfrm>
            <a:off x="966525" y="124337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18" name="LINK5__Scan nomor surat">
            <a:hlinkClick r:id="rId4" action="ppaction://hlinksldjump" tooltip="Scan nomor surat"/>
          </p:cNvPr>
          <p:cNvSpPr/>
          <p:nvPr/>
        </p:nvSpPr>
        <p:spPr>
          <a:xfrm>
            <a:off x="3083972" y="132101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19" name="LINK6__Filter">
            <a:hlinkClick r:id="rId5" action="ppaction://hlinksldjump" tooltip="Filter"/>
          </p:cNvPr>
          <p:cNvSpPr/>
          <p:nvPr/>
        </p:nvSpPr>
        <p:spPr>
          <a:xfrm>
            <a:off x="966525" y="206211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LINK6__Urutkan">
            <a:hlinkClick r:id="rId5" action="ppaction://hlinksldjump" tooltip="Urutkan"/>
          </p:cNvPr>
          <p:cNvSpPr/>
          <p:nvPr/>
        </p:nvSpPr>
        <p:spPr>
          <a:xfrm>
            <a:off x="2229935" y="206211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LINK7__Ringkasan status">
            <a:hlinkClick r:id="rId6" action="ppaction://hlinksldjump" tooltip="Ringkasan status"/>
          </p:cNvPr>
          <p:cNvSpPr/>
          <p:nvPr/>
        </p:nvSpPr>
        <p:spPr>
          <a:xfrm>
            <a:off x="966525" y="2711470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5</a:t>
            </a:r>
            <a:endParaRPr lang="en-US" sz="800" dirty="0"/>
          </a:p>
        </p:txBody>
      </p:sp>
      <p:sp>
        <p:nvSpPr>
          <p:cNvPr id="22" name="LINK7__Lihat semua">
            <a:hlinkClick r:id="rId6" action="ppaction://hlinksldjump" tooltip="Lihat semua"/>
          </p:cNvPr>
          <p:cNvSpPr/>
          <p:nvPr/>
        </p:nvSpPr>
        <p:spPr>
          <a:xfrm>
            <a:off x="2872227" y="3798426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6</a:t>
            </a:r>
            <a:endParaRPr lang="en-US" sz="800" dirty="0"/>
          </a:p>
        </p:txBody>
      </p:sp>
      <p:sp>
        <p:nvSpPr>
          <p:cNvPr id="23" name="LINK8__Dokumen SJ/…/0142">
            <a:hlinkClick r:id="rId7" action="ppaction://hlinksldjump" tooltip="Dokumen SJ/…/0142"/>
          </p:cNvPr>
          <p:cNvSpPr/>
          <p:nvPr/>
        </p:nvSpPr>
        <p:spPr>
          <a:xfrm>
            <a:off x="966525" y="399605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7</a:t>
            </a:r>
            <a:endParaRPr lang="en-US" sz="800" dirty="0"/>
          </a:p>
        </p:txBody>
      </p:sp>
      <p:sp>
        <p:nvSpPr>
          <p:cNvPr id="24" name="LINK8__Dokumen lain">
            <a:hlinkClick r:id="rId7" action="ppaction://hlinksldjump" tooltip="Dokumen lain"/>
          </p:cNvPr>
          <p:cNvSpPr/>
          <p:nvPr/>
        </p:nvSpPr>
        <p:spPr>
          <a:xfrm>
            <a:off x="966525" y="4560707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8</a:t>
            </a:r>
            <a:endParaRPr lang="en-US" sz="800" dirty="0"/>
          </a:p>
        </p:txBody>
      </p:sp>
      <p:sp>
        <p:nvSpPr>
          <p:cNvPr id="25" name="LINK16__Lonceng notifikasi">
            <a:hlinkClick r:id="rId8" action="ppaction://hlinksldjump" tooltip="Lonceng notifikasi"/>
          </p:cNvPr>
          <p:cNvSpPr/>
          <p:nvPr/>
        </p:nvSpPr>
        <p:spPr>
          <a:xfrm>
            <a:off x="2843995" y="81988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9</a:t>
            </a:r>
            <a:endParaRPr lang="en-US" sz="800" dirty="0"/>
          </a:p>
        </p:txBody>
      </p:sp>
      <p:sp>
        <p:nvSpPr>
          <p:cNvPr id="26" name="LINK17__Avatar profil">
            <a:hlinkClick r:id="rId9" action="ppaction://hlinksldjump" tooltip="Avatar profil"/>
          </p:cNvPr>
          <p:cNvSpPr/>
          <p:nvPr/>
        </p:nvSpPr>
        <p:spPr>
          <a:xfrm>
            <a:off x="3154554" y="81988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10</a:t>
            </a:r>
            <a:endParaRPr lang="en-US" sz="800" dirty="0"/>
          </a:p>
        </p:txBody>
      </p:sp>
      <p:sp>
        <p:nvSpPr>
          <p:cNvPr id="27" name="LINK7__Tab Dokumen">
            <a:hlinkClick r:id="rId6" action="ppaction://hlinksldjump" tooltip="Tab Dokumen"/>
          </p:cNvPr>
          <p:cNvSpPr/>
          <p:nvPr/>
        </p:nvSpPr>
        <p:spPr>
          <a:xfrm>
            <a:off x="137589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11</a:t>
            </a:r>
            <a:endParaRPr lang="en-US" sz="800" dirty="0"/>
          </a:p>
        </p:txBody>
      </p:sp>
      <p:sp>
        <p:nvSpPr>
          <p:cNvPr id="28" name="LINK14__Tombol + Buat Surat">
            <a:hlinkClick r:id="rId10" action="ppaction://hlinksldjump" tooltip="Tombol + Buat Surat"/>
          </p:cNvPr>
          <p:cNvSpPr/>
          <p:nvPr/>
        </p:nvSpPr>
        <p:spPr>
          <a:xfrm>
            <a:off x="1961725" y="557708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12</a:t>
            </a:r>
            <a:endParaRPr lang="en-US" sz="800" dirty="0"/>
          </a:p>
        </p:txBody>
      </p:sp>
      <p:sp>
        <p:nvSpPr>
          <p:cNvPr id="29" name="LINK16__Tab Notifikasi">
            <a:hlinkClick r:id="rId8" action="ppaction://hlinksldjump" tooltip="Tab Notifikasi"/>
          </p:cNvPr>
          <p:cNvSpPr/>
          <p:nvPr/>
        </p:nvSpPr>
        <p:spPr>
          <a:xfrm>
            <a:off x="2476971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13</a:t>
            </a:r>
            <a:endParaRPr lang="en-US" sz="800" dirty="0"/>
          </a:p>
        </p:txBody>
      </p:sp>
      <p:sp>
        <p:nvSpPr>
          <p:cNvPr id="30" name="LINK17__Tab Profil">
            <a:hlinkClick r:id="rId9" action="ppaction://hlinksldjump" tooltip="Tab Profil"/>
          </p:cNvPr>
          <p:cNvSpPr/>
          <p:nvPr/>
        </p:nvSpPr>
        <p:spPr>
          <a:xfrm>
            <a:off x="3027507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14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02 / 15</a:t>
            </a:r>
            <a:endParaRPr lang="en-US" sz="1200" dirty="0"/>
          </a:p>
        </p:txBody>
      </p:sp>
      <p:sp>
        <p:nvSpPr>
          <p:cNvPr id="32" name="LINK2__Peta Alur">
            <a:hlinkClick r:id="rId11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33" name="LINK1__Judul">
            <a:hlinkClick r:id="rId12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Dashboard</a:t>
            </a:r>
            <a:endParaRPr lang="en-US" sz="36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Pusat kendali: cari surat, filter, pantau ringkasan status, dan lihat riwayat dokumen.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search bar &amp; tombol + besar · Hick: navbar 4 fungsi inti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39" name="LINK5__Search bar">
            <a:hlinkClick r:id="rId4" action="ppaction://hlinksldjump" tooltip="Search bar"/>
          </p:cNvPr>
          <p:cNvSpPr/>
          <p:nvPr/>
        </p:nvSpPr>
        <p:spPr>
          <a:xfrm>
            <a:off x="4572000" y="324612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0" name="LINK5__Search bar">
            <a:hlinkClick r:id="rId4" action="ppaction://hlinksldjump" tooltip="Search bar"/>
          </p:cNvPr>
          <p:cNvSpPr txBox="1"/>
          <p:nvPr/>
        </p:nvSpPr>
        <p:spPr>
          <a:xfrm>
            <a:off x="4956048" y="324612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 bar</a:t>
            </a:r>
            <a:r>
              <a:rPr lang="en-US" sz="1100" dirty="0">
                <a:solidFill>
                  <a:srgbClr val="A9BCD6"/>
                </a:solidFill>
              </a:rPr>
              <a:t>   →  Pencarian</a:t>
            </a:r>
            <a:endParaRPr lang="en-US" sz="1100" dirty="0"/>
          </a:p>
        </p:txBody>
      </p:sp>
      <p:sp>
        <p:nvSpPr>
          <p:cNvPr id="41" name="LINK5__Search bar">
            <a:hlinkClick r:id="rId4" action="ppaction://hlinksldjump" tooltip="Search bar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42" name="LINK5__Scan nomor surat">
            <a:hlinkClick r:id="rId4" action="ppaction://hlinksldjump" tooltip="Scan nomor surat"/>
          </p:cNvPr>
          <p:cNvSpPr/>
          <p:nvPr/>
        </p:nvSpPr>
        <p:spPr>
          <a:xfrm>
            <a:off x="4572000" y="367588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3" name="LINK5__Scan nomor surat">
            <a:hlinkClick r:id="rId4" action="ppaction://hlinksldjump" tooltip="Scan nomor surat"/>
          </p:cNvPr>
          <p:cNvSpPr txBox="1"/>
          <p:nvPr/>
        </p:nvSpPr>
        <p:spPr>
          <a:xfrm>
            <a:off x="4956048" y="36758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Scan nomor surat</a:t>
            </a:r>
            <a:r>
              <a:rPr lang="en-US" sz="1100" dirty="0">
                <a:solidFill>
                  <a:srgbClr val="A9BCD6"/>
                </a:solidFill>
              </a:rPr>
              <a:t>   →  Pencarian</a:t>
            </a:r>
            <a:endParaRPr lang="en-US" sz="1100" dirty="0"/>
          </a:p>
        </p:txBody>
      </p:sp>
      <p:sp>
        <p:nvSpPr>
          <p:cNvPr id="44" name="LINK5__Scan nomor surat">
            <a:hlinkClick r:id="rId4" action="ppaction://hlinksldjump" tooltip="Scan nomor surat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45" name="LINK6__Filter">
            <a:hlinkClick r:id="rId5" action="ppaction://hlinksldjump" tooltip="Filter"/>
          </p:cNvPr>
          <p:cNvSpPr/>
          <p:nvPr/>
        </p:nvSpPr>
        <p:spPr>
          <a:xfrm>
            <a:off x="4572000" y="41056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6" name="LINK6__Filter">
            <a:hlinkClick r:id="rId5" action="ppaction://hlinksldjump" tooltip="Filter"/>
          </p:cNvPr>
          <p:cNvSpPr txBox="1"/>
          <p:nvPr/>
        </p:nvSpPr>
        <p:spPr>
          <a:xfrm>
            <a:off x="4956048" y="410565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</a:t>
            </a:r>
            <a:r>
              <a:rPr lang="en-US" sz="1100" dirty="0">
                <a:solidFill>
                  <a:srgbClr val="A9BCD6"/>
                </a:solidFill>
              </a:rPr>
              <a:t>   →  Filter &amp; Urutkan</a:t>
            </a:r>
            <a:endParaRPr lang="en-US" sz="1100" dirty="0"/>
          </a:p>
        </p:txBody>
      </p:sp>
      <p:sp>
        <p:nvSpPr>
          <p:cNvPr id="47" name="LINK6__Filter">
            <a:hlinkClick r:id="rId5" action="ppaction://hlinksldjump" tooltip="Filter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48" name="LINK6__Urutkan">
            <a:hlinkClick r:id="rId5" action="ppaction://hlinksldjump" tooltip="Urutkan"/>
          </p:cNvPr>
          <p:cNvSpPr/>
          <p:nvPr/>
        </p:nvSpPr>
        <p:spPr>
          <a:xfrm>
            <a:off x="4572000" y="4535424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9" name="LINK6__Urutkan">
            <a:hlinkClick r:id="rId5" action="ppaction://hlinksldjump" tooltip="Urutkan"/>
          </p:cNvPr>
          <p:cNvSpPr txBox="1"/>
          <p:nvPr/>
        </p:nvSpPr>
        <p:spPr>
          <a:xfrm>
            <a:off x="4956048" y="453542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Urutkan</a:t>
            </a:r>
            <a:r>
              <a:rPr lang="en-US" sz="1100" dirty="0">
                <a:solidFill>
                  <a:srgbClr val="A9BCD6"/>
                </a:solidFill>
              </a:rPr>
              <a:t>   →  Filter &amp; Urutkan</a:t>
            </a:r>
            <a:endParaRPr lang="en-US" sz="1100" dirty="0"/>
          </a:p>
        </p:txBody>
      </p:sp>
      <p:sp>
        <p:nvSpPr>
          <p:cNvPr id="50" name="LINK6__Urutkan">
            <a:hlinkClick r:id="rId5" action="ppaction://hlinksldjump" tooltip="Urutkan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  <p:sp>
        <p:nvSpPr>
          <p:cNvPr id="51" name="LINK7__Ringkasan status">
            <a:hlinkClick r:id="rId6" action="ppaction://hlinksldjump" tooltip="Ringkasan status"/>
          </p:cNvPr>
          <p:cNvSpPr/>
          <p:nvPr/>
        </p:nvSpPr>
        <p:spPr>
          <a:xfrm>
            <a:off x="4572000" y="4965192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52" name="LINK7__Ringkasan status">
            <a:hlinkClick r:id="rId6" action="ppaction://hlinksldjump" tooltip="Ringkasan status"/>
          </p:cNvPr>
          <p:cNvSpPr txBox="1"/>
          <p:nvPr/>
        </p:nvSpPr>
        <p:spPr>
          <a:xfrm>
            <a:off x="4956048" y="4965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Ringkasan status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53" name="LINK7__Ringkasan status">
            <a:hlinkClick r:id="rId6" action="ppaction://hlinksldjump" tooltip="Ringkasan status"/>
          </p:cNvPr>
          <p:cNvSpPr/>
          <p:nvPr/>
        </p:nvSpPr>
        <p:spPr>
          <a:xfrm>
            <a:off x="4645152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LINK7__Lihat semua">
            <a:hlinkClick r:id="rId6" action="ppaction://hlinksldjump" tooltip="Lihat semua"/>
          </p:cNvPr>
          <p:cNvSpPr/>
          <p:nvPr/>
        </p:nvSpPr>
        <p:spPr>
          <a:xfrm>
            <a:off x="4572000" y="539496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55" name="LINK7__Lihat semua">
            <a:hlinkClick r:id="rId6" action="ppaction://hlinksldjump" tooltip="Lihat semua"/>
          </p:cNvPr>
          <p:cNvSpPr txBox="1"/>
          <p:nvPr/>
        </p:nvSpPr>
        <p:spPr>
          <a:xfrm>
            <a:off x="4956048" y="539496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Lihat semua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56" name="LINK7__Lihat semua">
            <a:hlinkClick r:id="rId6" action="ppaction://hlinksldjump" tooltip="Lihat semua"/>
          </p:cNvPr>
          <p:cNvSpPr/>
          <p:nvPr/>
        </p:nvSpPr>
        <p:spPr>
          <a:xfrm>
            <a:off x="4645152" y="545896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6</a:t>
            </a:r>
            <a:endParaRPr lang="en-US" sz="900" dirty="0"/>
          </a:p>
        </p:txBody>
      </p:sp>
      <p:sp>
        <p:nvSpPr>
          <p:cNvPr id="57" name="LINK8__Dokumen SJ/…/0142">
            <a:hlinkClick r:id="rId7" action="ppaction://hlinksldjump" tooltip="Dokumen SJ/…/0142"/>
          </p:cNvPr>
          <p:cNvSpPr/>
          <p:nvPr/>
        </p:nvSpPr>
        <p:spPr>
          <a:xfrm>
            <a:off x="4572000" y="582472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58" name="LINK8__Dokumen SJ/…/0142">
            <a:hlinkClick r:id="rId7" action="ppaction://hlinksldjump" tooltip="Dokumen SJ/…/0142"/>
          </p:cNvPr>
          <p:cNvSpPr txBox="1"/>
          <p:nvPr/>
        </p:nvSpPr>
        <p:spPr>
          <a:xfrm>
            <a:off x="4956048" y="582472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Dokumen SJ/…/0142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59" name="LINK8__Dokumen SJ/…/0142">
            <a:hlinkClick r:id="rId7" action="ppaction://hlinksldjump" tooltip="Dokumen SJ/…/0142"/>
          </p:cNvPr>
          <p:cNvSpPr/>
          <p:nvPr/>
        </p:nvSpPr>
        <p:spPr>
          <a:xfrm>
            <a:off x="4645152" y="588873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7</a:t>
            </a:r>
            <a:endParaRPr lang="en-US" sz="900" dirty="0"/>
          </a:p>
        </p:txBody>
      </p:sp>
      <p:sp>
        <p:nvSpPr>
          <p:cNvPr id="60" name="LINK8__Dokumen lain">
            <a:hlinkClick r:id="rId7" action="ppaction://hlinksldjump" tooltip="Dokumen lain"/>
          </p:cNvPr>
          <p:cNvSpPr/>
          <p:nvPr/>
        </p:nvSpPr>
        <p:spPr>
          <a:xfrm>
            <a:off x="7982712" y="324612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61" name="LINK8__Dokumen lain">
            <a:hlinkClick r:id="rId7" action="ppaction://hlinksldjump" tooltip="Dokumen lain"/>
          </p:cNvPr>
          <p:cNvSpPr txBox="1"/>
          <p:nvPr/>
        </p:nvSpPr>
        <p:spPr>
          <a:xfrm>
            <a:off x="8366760" y="324612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Dokumen lain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62" name="LINK8__Dokumen lain">
            <a:hlinkClick r:id="rId7" action="ppaction://hlinksldjump" tooltip="Dokumen lain"/>
          </p:cNvPr>
          <p:cNvSpPr/>
          <p:nvPr/>
        </p:nvSpPr>
        <p:spPr>
          <a:xfrm>
            <a:off x="8055864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8</a:t>
            </a:r>
            <a:endParaRPr lang="en-US" sz="900" dirty="0"/>
          </a:p>
        </p:txBody>
      </p:sp>
      <p:sp>
        <p:nvSpPr>
          <p:cNvPr id="63" name="LINK16__Lonceng notifikasi">
            <a:hlinkClick r:id="rId8" action="ppaction://hlinksldjump" tooltip="Lonceng notifikasi"/>
          </p:cNvPr>
          <p:cNvSpPr/>
          <p:nvPr/>
        </p:nvSpPr>
        <p:spPr>
          <a:xfrm>
            <a:off x="7982712" y="367588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64" name="LINK16__Lonceng notifikasi">
            <a:hlinkClick r:id="rId8" action="ppaction://hlinksldjump" tooltip="Lonceng notifikasi"/>
          </p:cNvPr>
          <p:cNvSpPr txBox="1"/>
          <p:nvPr/>
        </p:nvSpPr>
        <p:spPr>
          <a:xfrm>
            <a:off x="8366760" y="36758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Lonceng notifikasi</a:t>
            </a:r>
            <a:r>
              <a:rPr lang="en-US" sz="1100" dirty="0">
                <a:solidFill>
                  <a:srgbClr val="A9BCD6"/>
                </a:solidFill>
              </a:rPr>
              <a:t>   →  Notifikasi</a:t>
            </a:r>
            <a:endParaRPr lang="en-US" sz="1100" dirty="0"/>
          </a:p>
        </p:txBody>
      </p:sp>
      <p:sp>
        <p:nvSpPr>
          <p:cNvPr id="65" name="LINK16__Lonceng notifikasi">
            <a:hlinkClick r:id="rId8" action="ppaction://hlinksldjump" tooltip="Lonceng notifikasi"/>
          </p:cNvPr>
          <p:cNvSpPr/>
          <p:nvPr/>
        </p:nvSpPr>
        <p:spPr>
          <a:xfrm>
            <a:off x="8055864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9</a:t>
            </a:r>
            <a:endParaRPr lang="en-US" sz="900" dirty="0"/>
          </a:p>
        </p:txBody>
      </p:sp>
      <p:sp>
        <p:nvSpPr>
          <p:cNvPr id="66" name="LINK17__Avatar profil">
            <a:hlinkClick r:id="rId9" action="ppaction://hlinksldjump" tooltip="Avatar profil"/>
          </p:cNvPr>
          <p:cNvSpPr/>
          <p:nvPr/>
        </p:nvSpPr>
        <p:spPr>
          <a:xfrm>
            <a:off x="7982712" y="41056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67" name="LINK17__Avatar profil">
            <a:hlinkClick r:id="rId9" action="ppaction://hlinksldjump" tooltip="Avatar profil"/>
          </p:cNvPr>
          <p:cNvSpPr txBox="1"/>
          <p:nvPr/>
        </p:nvSpPr>
        <p:spPr>
          <a:xfrm>
            <a:off x="8366760" y="410565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Avatar profil</a:t>
            </a:r>
            <a:r>
              <a:rPr lang="en-US" sz="1100" dirty="0">
                <a:solidFill>
                  <a:srgbClr val="A9BCD6"/>
                </a:solidFill>
              </a:rPr>
              <a:t>   →  Profil</a:t>
            </a:r>
            <a:endParaRPr lang="en-US" sz="1100" dirty="0"/>
          </a:p>
        </p:txBody>
      </p:sp>
      <p:sp>
        <p:nvSpPr>
          <p:cNvPr id="68" name="LINK17__Avatar profil">
            <a:hlinkClick r:id="rId9" action="ppaction://hlinksldjump" tooltip="Avatar profil"/>
          </p:cNvPr>
          <p:cNvSpPr/>
          <p:nvPr/>
        </p:nvSpPr>
        <p:spPr>
          <a:xfrm>
            <a:off x="8055864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10</a:t>
            </a:r>
            <a:endParaRPr lang="en-US" sz="900" dirty="0"/>
          </a:p>
        </p:txBody>
      </p:sp>
      <p:sp>
        <p:nvSpPr>
          <p:cNvPr id="69" name="LINK7__Tab Dokumen">
            <a:hlinkClick r:id="rId6" action="ppaction://hlinksldjump" tooltip="Tab Dokumen"/>
          </p:cNvPr>
          <p:cNvSpPr/>
          <p:nvPr/>
        </p:nvSpPr>
        <p:spPr>
          <a:xfrm>
            <a:off x="7982712" y="4535424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70" name="LINK7__Tab Dokumen">
            <a:hlinkClick r:id="rId6" action="ppaction://hlinksldjump" tooltip="Tab Dokumen"/>
          </p:cNvPr>
          <p:cNvSpPr txBox="1"/>
          <p:nvPr/>
        </p:nvSpPr>
        <p:spPr>
          <a:xfrm>
            <a:off x="8366760" y="453542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Dokumen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71" name="LINK7__Tab Dokumen">
            <a:hlinkClick r:id="rId6" action="ppaction://hlinksldjump" tooltip="Tab Dokumen"/>
          </p:cNvPr>
          <p:cNvSpPr/>
          <p:nvPr/>
        </p:nvSpPr>
        <p:spPr>
          <a:xfrm>
            <a:off x="8055864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11</a:t>
            </a:r>
            <a:endParaRPr lang="en-US" sz="900" dirty="0"/>
          </a:p>
        </p:txBody>
      </p:sp>
      <p:sp>
        <p:nvSpPr>
          <p:cNvPr id="72" name="LINK14__Tombol + Buat Surat">
            <a:hlinkClick r:id="rId10" action="ppaction://hlinksldjump" tooltip="Tombol + Buat Surat"/>
          </p:cNvPr>
          <p:cNvSpPr/>
          <p:nvPr/>
        </p:nvSpPr>
        <p:spPr>
          <a:xfrm>
            <a:off x="7982712" y="4965192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73" name="LINK14__Tombol + Buat Surat">
            <a:hlinkClick r:id="rId10" action="ppaction://hlinksldjump" tooltip="Tombol + Buat Surat"/>
          </p:cNvPr>
          <p:cNvSpPr txBox="1"/>
          <p:nvPr/>
        </p:nvSpPr>
        <p:spPr>
          <a:xfrm>
            <a:off x="8366760" y="4965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Tombol + Buat Surat</a:t>
            </a:r>
            <a:r>
              <a:rPr lang="en-US" sz="1100" dirty="0">
                <a:solidFill>
                  <a:srgbClr val="A9BCD6"/>
                </a:solidFill>
              </a:rPr>
              <a:t>   →  Buat Surat Jalan</a:t>
            </a:r>
            <a:endParaRPr lang="en-US" sz="1100" dirty="0"/>
          </a:p>
        </p:txBody>
      </p:sp>
      <p:sp>
        <p:nvSpPr>
          <p:cNvPr id="74" name="LINK14__Tombol + Buat Surat">
            <a:hlinkClick r:id="rId10" action="ppaction://hlinksldjump" tooltip="Tombol + Buat Surat"/>
          </p:cNvPr>
          <p:cNvSpPr/>
          <p:nvPr/>
        </p:nvSpPr>
        <p:spPr>
          <a:xfrm>
            <a:off x="8055864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12</a:t>
            </a:r>
            <a:endParaRPr lang="en-US" sz="900" dirty="0"/>
          </a:p>
        </p:txBody>
      </p:sp>
      <p:sp>
        <p:nvSpPr>
          <p:cNvPr id="75" name="LINK16__Tab Notifikasi">
            <a:hlinkClick r:id="rId8" action="ppaction://hlinksldjump" tooltip="Tab Notifikasi"/>
          </p:cNvPr>
          <p:cNvSpPr/>
          <p:nvPr/>
        </p:nvSpPr>
        <p:spPr>
          <a:xfrm>
            <a:off x="7982712" y="539496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76" name="LINK16__Tab Notifikasi">
            <a:hlinkClick r:id="rId8" action="ppaction://hlinksldjump" tooltip="Tab Notifikasi"/>
          </p:cNvPr>
          <p:cNvSpPr txBox="1"/>
          <p:nvPr/>
        </p:nvSpPr>
        <p:spPr>
          <a:xfrm>
            <a:off x="8366760" y="539496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Notifikasi</a:t>
            </a:r>
            <a:r>
              <a:rPr lang="en-US" sz="1100" dirty="0">
                <a:solidFill>
                  <a:srgbClr val="A9BCD6"/>
                </a:solidFill>
              </a:rPr>
              <a:t>   →  Notifikasi</a:t>
            </a:r>
            <a:endParaRPr lang="en-US" sz="1100" dirty="0"/>
          </a:p>
        </p:txBody>
      </p:sp>
      <p:sp>
        <p:nvSpPr>
          <p:cNvPr id="77" name="LINK16__Tab Notifikasi">
            <a:hlinkClick r:id="rId8" action="ppaction://hlinksldjump" tooltip="Tab Notifikasi"/>
          </p:cNvPr>
          <p:cNvSpPr/>
          <p:nvPr/>
        </p:nvSpPr>
        <p:spPr>
          <a:xfrm>
            <a:off x="8055864" y="545896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13</a:t>
            </a:r>
            <a:endParaRPr lang="en-US" sz="900" dirty="0"/>
          </a:p>
        </p:txBody>
      </p:sp>
      <p:sp>
        <p:nvSpPr>
          <p:cNvPr id="78" name="LINK17__Tab Profil">
            <a:hlinkClick r:id="rId9" action="ppaction://hlinksldjump" tooltip="Tab Profil"/>
          </p:cNvPr>
          <p:cNvSpPr/>
          <p:nvPr/>
        </p:nvSpPr>
        <p:spPr>
          <a:xfrm>
            <a:off x="7982712" y="582472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79" name="LINK17__Tab Profil">
            <a:hlinkClick r:id="rId9" action="ppaction://hlinksldjump" tooltip="Tab Profil"/>
          </p:cNvPr>
          <p:cNvSpPr txBox="1"/>
          <p:nvPr/>
        </p:nvSpPr>
        <p:spPr>
          <a:xfrm>
            <a:off x="8366760" y="582472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Profil</a:t>
            </a:r>
            <a:r>
              <a:rPr lang="en-US" sz="1100" dirty="0">
                <a:solidFill>
                  <a:srgbClr val="A9BCD6"/>
                </a:solidFill>
              </a:rPr>
              <a:t>   →  Profil</a:t>
            </a:r>
            <a:endParaRPr lang="en-US" sz="1100" dirty="0"/>
          </a:p>
        </p:txBody>
      </p:sp>
      <p:sp>
        <p:nvSpPr>
          <p:cNvPr id="80" name="LINK17__Tab Profil">
            <a:hlinkClick r:id="rId9" action="ppaction://hlinksldjump" tooltip="Tab Profil"/>
          </p:cNvPr>
          <p:cNvSpPr/>
          <p:nvPr/>
        </p:nvSpPr>
        <p:spPr>
          <a:xfrm>
            <a:off x="8055864" y="588873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4__Batal → Dashboard">
            <a:hlinkClick r:id="rId4" action="ppaction://hlinksldjump" tooltip="Batal → Dashboard"/>
          </p:cNvPr>
          <p:cNvSpPr/>
          <p:nvPr/>
        </p:nvSpPr>
        <p:spPr>
          <a:xfrm>
            <a:off x="3166268" y="873947"/>
            <a:ext cx="494071" cy="31055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Hasil SJ/…/0142 → Detail Dokumen">
            <a:hlinkClick r:id="rId5" action="ppaction://hlinksldjump" tooltip="Hasil SJ/…/0142 → Detail Dokumen"/>
          </p:cNvPr>
          <p:cNvSpPr/>
          <p:nvPr/>
        </p:nvSpPr>
        <p:spPr>
          <a:xfrm>
            <a:off x="1048821" y="2186764"/>
            <a:ext cx="2470355" cy="494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Hasil SJ/…/09/0142 → Detail Dokumen">
            <a:hlinkClick r:id="rId5" action="ppaction://hlinksldjump" tooltip="Hasil SJ/…/09/0142 → Detail Dokumen"/>
          </p:cNvPr>
          <p:cNvSpPr/>
          <p:nvPr/>
        </p:nvSpPr>
        <p:spPr>
          <a:xfrm>
            <a:off x="1048821" y="2751417"/>
            <a:ext cx="2470355" cy="494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4__Batal">
            <a:hlinkClick r:id="rId4" action="ppaction://hlinksldjump" tooltip="Batal"/>
          </p:cNvPr>
          <p:cNvSpPr/>
          <p:nvPr/>
        </p:nvSpPr>
        <p:spPr>
          <a:xfrm>
            <a:off x="3083972" y="791651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7" name="LINK8__Hasil SJ/…/0142">
            <a:hlinkClick r:id="rId5" action="ppaction://hlinksldjump" tooltip="Hasil SJ/…/0142"/>
          </p:cNvPr>
          <p:cNvSpPr/>
          <p:nvPr/>
        </p:nvSpPr>
        <p:spPr>
          <a:xfrm>
            <a:off x="966525" y="210446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8" name="LINK8__Hasil SJ/…/09/0142">
            <a:hlinkClick r:id="rId5" action="ppaction://hlinksldjump" tooltip="Hasil SJ/…/09/0142"/>
          </p:cNvPr>
          <p:cNvSpPr/>
          <p:nvPr/>
        </p:nvSpPr>
        <p:spPr>
          <a:xfrm>
            <a:off x="966525" y="2669121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03 / 15</a:t>
            </a:r>
            <a:endParaRPr lang="en-US" sz="1200" dirty="0"/>
          </a:p>
        </p:txBody>
      </p:sp>
      <p:sp>
        <p:nvSpPr>
          <p:cNvPr id="10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1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Pencarian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Hasil muncul saat pengguna mengetik nomor surat, nama penerima, atau tujuan.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hanya hasil relevan yang ditampilkan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7" name="LINK4__Batal">
            <a:hlinkClick r:id="rId4" action="ppaction://hlinksldjump" tooltip="Batal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8" name="LINK4__Batal">
            <a:hlinkClick r:id="rId4" action="ppaction://hlinksldjump" tooltip="Batal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Batal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19" name="LINK4__Batal">
            <a:hlinkClick r:id="rId4" action="ppaction://hlinksldjump" tooltip="Batal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LINK8__Hasil SJ/…/0142">
            <a:hlinkClick r:id="rId5" action="ppaction://hlinksldjump" tooltip="Hasil SJ/…/0142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1" name="LINK8__Hasil SJ/…/0142">
            <a:hlinkClick r:id="rId5" action="ppaction://hlinksldjump" tooltip="Hasil SJ/…/0142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Hasil SJ/…/0142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2" name="LINK8__Hasil SJ/…/0142">
            <a:hlinkClick r:id="rId5" action="ppaction://hlinksldjump" tooltip="Hasil SJ/…/0142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LINK8__Hasil SJ/…/09/0142">
            <a:hlinkClick r:id="rId5" action="ppaction://hlinksldjump" tooltip="Hasil SJ/…/09/0142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4" name="LINK8__Hasil SJ/…/09/0142">
            <a:hlinkClick r:id="rId5" action="ppaction://hlinksldjump" tooltip="Hasil SJ/…/09/0142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Hasil SJ/…/09/0142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5" name="LINK8__Hasil SJ/…/09/0142">
            <a:hlinkClick r:id="rId5" action="ppaction://hlinksldjump" tooltip="Hasil SJ/…/09/0142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4__Tutup (X) → Dashboard">
            <a:hlinkClick r:id="rId4" action="ppaction://hlinksldjump" tooltip="Tutup (X) → Dashboard"/>
          </p:cNvPr>
          <p:cNvSpPr/>
          <p:nvPr/>
        </p:nvSpPr>
        <p:spPr>
          <a:xfrm>
            <a:off x="3265082" y="2342044"/>
            <a:ext cx="254094" cy="25409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Area gelap → Dashboard">
            <a:hlinkClick r:id="rId4" action="ppaction://hlinksldjump" tooltip="Area gelap → Dashboard"/>
          </p:cNvPr>
          <p:cNvSpPr/>
          <p:nvPr/>
        </p:nvSpPr>
        <p:spPr>
          <a:xfrm>
            <a:off x="907658" y="450458"/>
            <a:ext cx="2752681" cy="16657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7__Terapkan → Daftar Dokumen">
            <a:hlinkClick r:id="rId5" action="ppaction://hlinksldjump" tooltip="Terapkan → Daftar Dokumen"/>
          </p:cNvPr>
          <p:cNvSpPr/>
          <p:nvPr/>
        </p:nvSpPr>
        <p:spPr>
          <a:xfrm>
            <a:off x="1895800" y="5687610"/>
            <a:ext cx="1623376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4__Reset → Dashboard">
            <a:hlinkClick r:id="rId4" action="ppaction://hlinksldjump" tooltip="Reset → Dashboard"/>
          </p:cNvPr>
          <p:cNvSpPr/>
          <p:nvPr/>
        </p:nvSpPr>
        <p:spPr>
          <a:xfrm>
            <a:off x="1048821" y="5687610"/>
            <a:ext cx="776397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4__Tutup (X)">
            <a:hlinkClick r:id="rId4" action="ppaction://hlinksldjump" tooltip="Tutup (X)"/>
          </p:cNvPr>
          <p:cNvSpPr/>
          <p:nvPr/>
        </p:nvSpPr>
        <p:spPr>
          <a:xfrm>
            <a:off x="3182786" y="225974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8" name="LINK4__Area gelap">
            <a:hlinkClick r:id="rId4" action="ppaction://hlinksldjump" tooltip="Area gelap"/>
          </p:cNvPr>
          <p:cNvSpPr/>
          <p:nvPr/>
        </p:nvSpPr>
        <p:spPr>
          <a:xfrm>
            <a:off x="841248" y="38404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9" name="LINK7__Terapkan">
            <a:hlinkClick r:id="rId5" action="ppaction://hlinksldjump" tooltip="Terapkan"/>
          </p:cNvPr>
          <p:cNvSpPr/>
          <p:nvPr/>
        </p:nvSpPr>
        <p:spPr>
          <a:xfrm>
            <a:off x="1813504" y="560531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0" name="LINK4__Reset">
            <a:hlinkClick r:id="rId4" action="ppaction://hlinksldjump" tooltip="Reset"/>
          </p:cNvPr>
          <p:cNvSpPr/>
          <p:nvPr/>
        </p:nvSpPr>
        <p:spPr>
          <a:xfrm>
            <a:off x="966525" y="560531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04 / 15</a:t>
            </a:r>
            <a:endParaRPr lang="en-US" sz="1200" dirty="0"/>
          </a:p>
        </p:txBody>
      </p:sp>
      <p:sp>
        <p:nvSpPr>
          <p:cNvPr id="12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3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Filter &amp; Urutkan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Filter dan sort dikelompokkan dalam satu bottom sheet agar keputusan lebih sederhana.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pilihan dikelompokkan per kategori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9" name="LINK4__Tutup (X)">
            <a:hlinkClick r:id="rId4" action="ppaction://hlinksldjump" tooltip="Tutup (X)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0" name="LINK4__Tutup (X)">
            <a:hlinkClick r:id="rId4" action="ppaction://hlinksldjump" tooltip="Tutup (X)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Tutup (X)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1" name="LINK4__Tutup (X)">
            <a:hlinkClick r:id="rId4" action="ppaction://hlinksldjump" tooltip="Tutup (X)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LINK4__Area gelap">
            <a:hlinkClick r:id="rId4" action="ppaction://hlinksldjump" tooltip="Area gelap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3" name="LINK4__Area gelap">
            <a:hlinkClick r:id="rId4" action="ppaction://hlinksldjump" tooltip="Area gelap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Area gelap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4" name="LINK4__Area gelap">
            <a:hlinkClick r:id="rId4" action="ppaction://hlinksldjump" tooltip="Area gelap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LINK7__Terapkan">
            <a:hlinkClick r:id="rId5" action="ppaction://hlinksldjump" tooltip="Terapkan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6" name="LINK7__Terapkan">
            <a:hlinkClick r:id="rId5" action="ppaction://hlinksldjump" tooltip="Terapkan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Terapkan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27" name="LINK7__Terapkan">
            <a:hlinkClick r:id="rId5" action="ppaction://hlinksldjump" tooltip="Terapkan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LINK4__Reset">
            <a:hlinkClick r:id="rId4" action="ppaction://hlinksldjump" tooltip="Reset"/>
          </p:cNvPr>
          <p:cNvSpPr/>
          <p:nvPr/>
        </p:nvSpPr>
        <p:spPr>
          <a:xfrm>
            <a:off x="4572000" y="4535424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9" name="LINK4__Reset">
            <a:hlinkClick r:id="rId4" action="ppaction://hlinksldjump" tooltip="Reset"/>
          </p:cNvPr>
          <p:cNvSpPr txBox="1"/>
          <p:nvPr/>
        </p:nvSpPr>
        <p:spPr>
          <a:xfrm>
            <a:off x="4956048" y="45354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Reset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30" name="LINK4__Reset">
            <a:hlinkClick r:id="rId4" action="ppaction://hlinksldjump" tooltip="Reset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5__Cari → Pencarian">
            <a:hlinkClick r:id="rId4" action="ppaction://hlinksldjump" tooltip="Cari → Pencarian"/>
          </p:cNvPr>
          <p:cNvSpPr/>
          <p:nvPr/>
        </p:nvSpPr>
        <p:spPr>
          <a:xfrm>
            <a:off x="2968640" y="944529"/>
            <a:ext cx="254094" cy="25409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6__Filter → Filter &amp; Urutkan">
            <a:hlinkClick r:id="rId5" action="ppaction://hlinksldjump" tooltip="Filter → Filter &amp; Urutkan"/>
          </p:cNvPr>
          <p:cNvSpPr/>
          <p:nvPr/>
        </p:nvSpPr>
        <p:spPr>
          <a:xfrm>
            <a:off x="3279199" y="944529"/>
            <a:ext cx="254094" cy="25409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6__Chip filter aktif → Filter &amp; Urutkan">
            <a:hlinkClick r:id="rId5" action="ppaction://hlinksldjump" tooltip="Chip filter aktif → Filter &amp; Urutkan"/>
          </p:cNvPr>
          <p:cNvSpPr/>
          <p:nvPr/>
        </p:nvSpPr>
        <p:spPr>
          <a:xfrm>
            <a:off x="1048821" y="1805624"/>
            <a:ext cx="1948051" cy="21174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8__Dokumen SJ/…/0142 → Detail Dokumen">
            <a:hlinkClick r:id="rId6" action="ppaction://hlinksldjump" tooltip="Dokumen SJ/…/0142 → Detail Dokumen"/>
          </p:cNvPr>
          <p:cNvSpPr/>
          <p:nvPr/>
        </p:nvSpPr>
        <p:spPr>
          <a:xfrm>
            <a:off x="1048821" y="2116183"/>
            <a:ext cx="2470355" cy="4940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8__Dokumen lain → Detail Dokumen">
            <a:hlinkClick r:id="rId6" action="ppaction://hlinksldjump" tooltip="Dokumen lain → Detail Dokumen"/>
          </p:cNvPr>
          <p:cNvSpPr/>
          <p:nvPr/>
        </p:nvSpPr>
        <p:spPr>
          <a:xfrm>
            <a:off x="1048821" y="2680835"/>
            <a:ext cx="2470355" cy="317617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LINK4__Beranda → Dashboard">
            <a:hlinkClick r:id="rId7" action="ppaction://hlinksldjump" tooltip="Beranda → Dashboard"/>
          </p:cNvPr>
          <p:cNvSpPr/>
          <p:nvPr/>
        </p:nvSpPr>
        <p:spPr>
          <a:xfrm>
            <a:off x="907658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LINK14__Tombol + Buat Surat → Buat Surat Jalan">
            <a:hlinkClick r:id="rId8" action="ppaction://hlinksldjump" tooltip="Tombol + Buat Surat → Buat Surat Jalan"/>
          </p:cNvPr>
          <p:cNvSpPr/>
          <p:nvPr/>
        </p:nvSpPr>
        <p:spPr>
          <a:xfrm>
            <a:off x="2044021" y="5659378"/>
            <a:ext cx="479955" cy="47995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LINK16__Tab Notifikasi → Notifikasi">
            <a:hlinkClick r:id="rId9" action="ppaction://hlinksldjump" tooltip="Tab Notifikasi → Notifikasi"/>
          </p:cNvPr>
          <p:cNvSpPr/>
          <p:nvPr/>
        </p:nvSpPr>
        <p:spPr>
          <a:xfrm>
            <a:off x="2559267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LINK17__Tab Profil → Profil">
            <a:hlinkClick r:id="rId10" action="ppaction://hlinksldjump" tooltip="Tab Profil → Profil"/>
          </p:cNvPr>
          <p:cNvSpPr/>
          <p:nvPr/>
        </p:nvSpPr>
        <p:spPr>
          <a:xfrm>
            <a:off x="3109803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LINK5__Cari">
            <a:hlinkClick r:id="rId4" action="ppaction://hlinksldjump" tooltip="Cari"/>
          </p:cNvPr>
          <p:cNvSpPr/>
          <p:nvPr/>
        </p:nvSpPr>
        <p:spPr>
          <a:xfrm>
            <a:off x="2886344" y="86223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13" name="LINK6__Filter">
            <a:hlinkClick r:id="rId5" action="ppaction://hlinksldjump" tooltip="Filter"/>
          </p:cNvPr>
          <p:cNvSpPr/>
          <p:nvPr/>
        </p:nvSpPr>
        <p:spPr>
          <a:xfrm>
            <a:off x="3196903" y="86223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LINK6__Chip filter aktif">
            <a:hlinkClick r:id="rId5" action="ppaction://hlinksldjump" tooltip="Chip filter aktif"/>
          </p:cNvPr>
          <p:cNvSpPr/>
          <p:nvPr/>
        </p:nvSpPr>
        <p:spPr>
          <a:xfrm>
            <a:off x="966525" y="172332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5" name="LINK8__Dokumen SJ/…/0142">
            <a:hlinkClick r:id="rId6" action="ppaction://hlinksldjump" tooltip="Dokumen SJ/…/0142"/>
          </p:cNvPr>
          <p:cNvSpPr/>
          <p:nvPr/>
        </p:nvSpPr>
        <p:spPr>
          <a:xfrm>
            <a:off x="966525" y="2033887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6" name="LINK8__Dokumen lain">
            <a:hlinkClick r:id="rId6" action="ppaction://hlinksldjump" tooltip="Dokumen lain"/>
          </p:cNvPr>
          <p:cNvSpPr/>
          <p:nvPr/>
        </p:nvSpPr>
        <p:spPr>
          <a:xfrm>
            <a:off x="966525" y="259853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5</a:t>
            </a:r>
            <a:endParaRPr lang="en-US" sz="800" dirty="0"/>
          </a:p>
        </p:txBody>
      </p:sp>
      <p:sp>
        <p:nvSpPr>
          <p:cNvPr id="17" name="LINK4__Beranda">
            <a:hlinkClick r:id="rId7" action="ppaction://hlinksldjump" tooltip="Beranda"/>
          </p:cNvPr>
          <p:cNvSpPr/>
          <p:nvPr/>
        </p:nvSpPr>
        <p:spPr>
          <a:xfrm>
            <a:off x="84124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6</a:t>
            </a:r>
            <a:endParaRPr lang="en-US" sz="800" dirty="0"/>
          </a:p>
        </p:txBody>
      </p:sp>
      <p:sp>
        <p:nvSpPr>
          <p:cNvPr id="18" name="LINK14__Tombol + Buat Surat">
            <a:hlinkClick r:id="rId8" action="ppaction://hlinksldjump" tooltip="Tombol + Buat Surat"/>
          </p:cNvPr>
          <p:cNvSpPr/>
          <p:nvPr/>
        </p:nvSpPr>
        <p:spPr>
          <a:xfrm>
            <a:off x="1961725" y="557708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7</a:t>
            </a:r>
            <a:endParaRPr lang="en-US" sz="800" dirty="0"/>
          </a:p>
        </p:txBody>
      </p:sp>
      <p:sp>
        <p:nvSpPr>
          <p:cNvPr id="19" name="LINK16__Tab Notifikasi">
            <a:hlinkClick r:id="rId9" action="ppaction://hlinksldjump" tooltip="Tab Notifikasi"/>
          </p:cNvPr>
          <p:cNvSpPr/>
          <p:nvPr/>
        </p:nvSpPr>
        <p:spPr>
          <a:xfrm>
            <a:off x="2476971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8</a:t>
            </a:r>
            <a:endParaRPr lang="en-US" sz="800" dirty="0"/>
          </a:p>
        </p:txBody>
      </p:sp>
      <p:sp>
        <p:nvSpPr>
          <p:cNvPr id="20" name="LINK17__Tab Profil">
            <a:hlinkClick r:id="rId10" action="ppaction://hlinksldjump" tooltip="Tab Profil"/>
          </p:cNvPr>
          <p:cNvSpPr/>
          <p:nvPr/>
        </p:nvSpPr>
        <p:spPr>
          <a:xfrm>
            <a:off x="3027507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9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05 / 15</a:t>
            </a:r>
            <a:endParaRPr lang="en-US" sz="1200" dirty="0"/>
          </a:p>
        </p:txBody>
      </p:sp>
      <p:sp>
        <p:nvSpPr>
          <p:cNvPr id="22" name="LINK2__Peta Alur">
            <a:hlinkClick r:id="rId11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23" name="LINK1__Judul">
            <a:hlinkClick r:id="rId12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Daftar Dokumen</a:t>
            </a:r>
            <a:endParaRPr lang="en-US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Seluruh surat jalan dengan tab status dan filter aktif yang terlihat jelas.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tab status membatasi daftar yang tampil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29" name="LINK5__Cari">
            <a:hlinkClick r:id="rId4" action="ppaction://hlinksldjump" tooltip="Cari"/>
          </p:cNvPr>
          <p:cNvSpPr/>
          <p:nvPr/>
        </p:nvSpPr>
        <p:spPr>
          <a:xfrm>
            <a:off x="4572000" y="324612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0" name="LINK5__Cari">
            <a:hlinkClick r:id="rId4" action="ppaction://hlinksldjump" tooltip="Cari"/>
          </p:cNvPr>
          <p:cNvSpPr txBox="1"/>
          <p:nvPr/>
        </p:nvSpPr>
        <p:spPr>
          <a:xfrm>
            <a:off x="4956048" y="324612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Cari</a:t>
            </a:r>
            <a:r>
              <a:rPr lang="en-US" sz="1100" dirty="0">
                <a:solidFill>
                  <a:srgbClr val="A9BCD6"/>
                </a:solidFill>
              </a:rPr>
              <a:t>   →  Pencarian</a:t>
            </a:r>
            <a:endParaRPr lang="en-US" sz="1100" dirty="0"/>
          </a:p>
        </p:txBody>
      </p:sp>
      <p:sp>
        <p:nvSpPr>
          <p:cNvPr id="31" name="LINK5__Cari">
            <a:hlinkClick r:id="rId4" action="ppaction://hlinksldjump" tooltip="Cari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32" name="LINK6__Filter">
            <a:hlinkClick r:id="rId5" action="ppaction://hlinksldjump" tooltip="Filter"/>
          </p:cNvPr>
          <p:cNvSpPr/>
          <p:nvPr/>
        </p:nvSpPr>
        <p:spPr>
          <a:xfrm>
            <a:off x="4572000" y="367588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3" name="LINK6__Filter">
            <a:hlinkClick r:id="rId5" action="ppaction://hlinksldjump" tooltip="Filter"/>
          </p:cNvPr>
          <p:cNvSpPr txBox="1"/>
          <p:nvPr/>
        </p:nvSpPr>
        <p:spPr>
          <a:xfrm>
            <a:off x="4956048" y="36758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Filter</a:t>
            </a:r>
            <a:r>
              <a:rPr lang="en-US" sz="1100" dirty="0">
                <a:solidFill>
                  <a:srgbClr val="A9BCD6"/>
                </a:solidFill>
              </a:rPr>
              <a:t>   →  Filter &amp; Urutkan</a:t>
            </a:r>
            <a:endParaRPr lang="en-US" sz="1100" dirty="0"/>
          </a:p>
        </p:txBody>
      </p:sp>
      <p:sp>
        <p:nvSpPr>
          <p:cNvPr id="34" name="LINK6__Filter">
            <a:hlinkClick r:id="rId5" action="ppaction://hlinksldjump" tooltip="Filter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LINK6__Chip filter aktif">
            <a:hlinkClick r:id="rId5" action="ppaction://hlinksldjump" tooltip="Chip filter aktif"/>
          </p:cNvPr>
          <p:cNvSpPr/>
          <p:nvPr/>
        </p:nvSpPr>
        <p:spPr>
          <a:xfrm>
            <a:off x="4572000" y="41056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6" name="LINK6__Chip filter aktif">
            <a:hlinkClick r:id="rId5" action="ppaction://hlinksldjump" tooltip="Chip filter aktif"/>
          </p:cNvPr>
          <p:cNvSpPr txBox="1"/>
          <p:nvPr/>
        </p:nvSpPr>
        <p:spPr>
          <a:xfrm>
            <a:off x="4956048" y="410565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Chip filter aktif</a:t>
            </a:r>
            <a:r>
              <a:rPr lang="en-US" sz="1100" dirty="0">
                <a:solidFill>
                  <a:srgbClr val="A9BCD6"/>
                </a:solidFill>
              </a:rPr>
              <a:t>   →  Filter &amp; Urutkan</a:t>
            </a:r>
            <a:endParaRPr lang="en-US" sz="1100" dirty="0"/>
          </a:p>
        </p:txBody>
      </p:sp>
      <p:sp>
        <p:nvSpPr>
          <p:cNvPr id="37" name="LINK6__Chip filter aktif">
            <a:hlinkClick r:id="rId5" action="ppaction://hlinksldjump" tooltip="Chip filter aktif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38" name="LINK8__Dokumen SJ/…/0142">
            <a:hlinkClick r:id="rId6" action="ppaction://hlinksldjump" tooltip="Dokumen SJ/…/0142"/>
          </p:cNvPr>
          <p:cNvSpPr/>
          <p:nvPr/>
        </p:nvSpPr>
        <p:spPr>
          <a:xfrm>
            <a:off x="4572000" y="4535424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9" name="LINK8__Dokumen SJ/…/0142">
            <a:hlinkClick r:id="rId6" action="ppaction://hlinksldjump" tooltip="Dokumen SJ/…/0142"/>
          </p:cNvPr>
          <p:cNvSpPr txBox="1"/>
          <p:nvPr/>
        </p:nvSpPr>
        <p:spPr>
          <a:xfrm>
            <a:off x="4956048" y="453542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Dokumen SJ/…/0142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40" name="LINK8__Dokumen SJ/…/0142">
            <a:hlinkClick r:id="rId6" action="ppaction://hlinksldjump" tooltip="Dokumen SJ/…/0142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LINK8__Dokumen lain">
            <a:hlinkClick r:id="rId6" action="ppaction://hlinksldjump" tooltip="Dokumen lain"/>
          </p:cNvPr>
          <p:cNvSpPr/>
          <p:nvPr/>
        </p:nvSpPr>
        <p:spPr>
          <a:xfrm>
            <a:off x="4572000" y="4965192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2" name="LINK8__Dokumen lain">
            <a:hlinkClick r:id="rId6" action="ppaction://hlinksldjump" tooltip="Dokumen lain"/>
          </p:cNvPr>
          <p:cNvSpPr txBox="1"/>
          <p:nvPr/>
        </p:nvSpPr>
        <p:spPr>
          <a:xfrm>
            <a:off x="4956048" y="496519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Dokumen lain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43" name="LINK8__Dokumen lain">
            <a:hlinkClick r:id="rId6" action="ppaction://hlinksldjump" tooltip="Dokumen lain"/>
          </p:cNvPr>
          <p:cNvSpPr/>
          <p:nvPr/>
        </p:nvSpPr>
        <p:spPr>
          <a:xfrm>
            <a:off x="4645152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5</a:t>
            </a:r>
            <a:endParaRPr lang="en-US" sz="900" dirty="0"/>
          </a:p>
        </p:txBody>
      </p:sp>
      <p:sp>
        <p:nvSpPr>
          <p:cNvPr id="44" name="LINK4__Beranda">
            <a:hlinkClick r:id="rId7" action="ppaction://hlinksldjump" tooltip="Beranda"/>
          </p:cNvPr>
          <p:cNvSpPr/>
          <p:nvPr/>
        </p:nvSpPr>
        <p:spPr>
          <a:xfrm>
            <a:off x="7982712" y="3246120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5" name="LINK4__Beranda">
            <a:hlinkClick r:id="rId7" action="ppaction://hlinksldjump" tooltip="Beranda"/>
          </p:cNvPr>
          <p:cNvSpPr txBox="1"/>
          <p:nvPr/>
        </p:nvSpPr>
        <p:spPr>
          <a:xfrm>
            <a:off x="8366760" y="324612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Beranda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46" name="LINK4__Beranda">
            <a:hlinkClick r:id="rId7" action="ppaction://hlinksldjump" tooltip="Beranda"/>
          </p:cNvPr>
          <p:cNvSpPr/>
          <p:nvPr/>
        </p:nvSpPr>
        <p:spPr>
          <a:xfrm>
            <a:off x="8055864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6</a:t>
            </a:r>
            <a:endParaRPr lang="en-US" sz="900" dirty="0"/>
          </a:p>
        </p:txBody>
      </p:sp>
      <p:sp>
        <p:nvSpPr>
          <p:cNvPr id="47" name="LINK14__Tombol + Buat Surat">
            <a:hlinkClick r:id="rId8" action="ppaction://hlinksldjump" tooltip="Tombol + Buat Surat"/>
          </p:cNvPr>
          <p:cNvSpPr/>
          <p:nvPr/>
        </p:nvSpPr>
        <p:spPr>
          <a:xfrm>
            <a:off x="7982712" y="3675888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8" name="LINK14__Tombol + Buat Surat">
            <a:hlinkClick r:id="rId8" action="ppaction://hlinksldjump" tooltip="Tombol + Buat Surat"/>
          </p:cNvPr>
          <p:cNvSpPr txBox="1"/>
          <p:nvPr/>
        </p:nvSpPr>
        <p:spPr>
          <a:xfrm>
            <a:off x="8366760" y="36758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Tombol + Buat Surat</a:t>
            </a:r>
            <a:r>
              <a:rPr lang="en-US" sz="1100" dirty="0">
                <a:solidFill>
                  <a:srgbClr val="A9BCD6"/>
                </a:solidFill>
              </a:rPr>
              <a:t>   →  Buat Surat Jalan</a:t>
            </a:r>
            <a:endParaRPr lang="en-US" sz="1100" dirty="0"/>
          </a:p>
        </p:txBody>
      </p:sp>
      <p:sp>
        <p:nvSpPr>
          <p:cNvPr id="49" name="LINK14__Tombol + Buat Surat">
            <a:hlinkClick r:id="rId8" action="ppaction://hlinksldjump" tooltip="Tombol + Buat Surat"/>
          </p:cNvPr>
          <p:cNvSpPr/>
          <p:nvPr/>
        </p:nvSpPr>
        <p:spPr>
          <a:xfrm>
            <a:off x="8055864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7</a:t>
            </a:r>
            <a:endParaRPr lang="en-US" sz="900" dirty="0"/>
          </a:p>
        </p:txBody>
      </p:sp>
      <p:sp>
        <p:nvSpPr>
          <p:cNvPr id="50" name="LINK16__Tab Notifikasi">
            <a:hlinkClick r:id="rId9" action="ppaction://hlinksldjump" tooltip="Tab Notifikasi"/>
          </p:cNvPr>
          <p:cNvSpPr/>
          <p:nvPr/>
        </p:nvSpPr>
        <p:spPr>
          <a:xfrm>
            <a:off x="7982712" y="4105656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51" name="LINK16__Tab Notifikasi">
            <a:hlinkClick r:id="rId9" action="ppaction://hlinksldjump" tooltip="Tab Notifikasi"/>
          </p:cNvPr>
          <p:cNvSpPr txBox="1"/>
          <p:nvPr/>
        </p:nvSpPr>
        <p:spPr>
          <a:xfrm>
            <a:off x="8366760" y="410565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Notifikasi</a:t>
            </a:r>
            <a:r>
              <a:rPr lang="en-US" sz="1100" dirty="0">
                <a:solidFill>
                  <a:srgbClr val="A9BCD6"/>
                </a:solidFill>
              </a:rPr>
              <a:t>   →  Notifikasi</a:t>
            </a:r>
            <a:endParaRPr lang="en-US" sz="1100" dirty="0"/>
          </a:p>
        </p:txBody>
      </p:sp>
      <p:sp>
        <p:nvSpPr>
          <p:cNvPr id="52" name="LINK16__Tab Notifikasi">
            <a:hlinkClick r:id="rId9" action="ppaction://hlinksldjump" tooltip="Tab Notifikasi"/>
          </p:cNvPr>
          <p:cNvSpPr/>
          <p:nvPr/>
        </p:nvSpPr>
        <p:spPr>
          <a:xfrm>
            <a:off x="8055864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8</a:t>
            </a:r>
            <a:endParaRPr lang="en-US" sz="900" dirty="0"/>
          </a:p>
        </p:txBody>
      </p:sp>
      <p:sp>
        <p:nvSpPr>
          <p:cNvPr id="53" name="LINK17__Tab Profil">
            <a:hlinkClick r:id="rId10" action="ppaction://hlinksldjump" tooltip="Tab Profil"/>
          </p:cNvPr>
          <p:cNvSpPr/>
          <p:nvPr/>
        </p:nvSpPr>
        <p:spPr>
          <a:xfrm>
            <a:off x="7982712" y="4535424"/>
            <a:ext cx="3264408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54" name="LINK17__Tab Profil">
            <a:hlinkClick r:id="rId10" action="ppaction://hlinksldjump" tooltip="Tab Profil"/>
          </p:cNvPr>
          <p:cNvSpPr txBox="1"/>
          <p:nvPr/>
        </p:nvSpPr>
        <p:spPr>
          <a:xfrm>
            <a:off x="8366760" y="453542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Profil</a:t>
            </a:r>
            <a:r>
              <a:rPr lang="en-US" sz="1100" dirty="0">
                <a:solidFill>
                  <a:srgbClr val="A9BCD6"/>
                </a:solidFill>
              </a:rPr>
              <a:t>   →  Profil</a:t>
            </a:r>
            <a:endParaRPr lang="en-US" sz="1100" dirty="0"/>
          </a:p>
        </p:txBody>
      </p:sp>
      <p:sp>
        <p:nvSpPr>
          <p:cNvPr id="55" name="LINK17__Tab Profil">
            <a:hlinkClick r:id="rId10" action="ppaction://hlinksldjump" tooltip="Tab Profil"/>
          </p:cNvPr>
          <p:cNvSpPr/>
          <p:nvPr/>
        </p:nvSpPr>
        <p:spPr>
          <a:xfrm>
            <a:off x="8055864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4__Kembali → Dashboard">
            <a:hlinkClick r:id="rId4" action="ppaction://hlinksldjump" tooltip="Kembali → Dashboard"/>
          </p:cNvPr>
          <p:cNvSpPr/>
          <p:nvPr/>
        </p:nvSpPr>
        <p:spPr>
          <a:xfrm>
            <a:off x="978239" y="831598"/>
            <a:ext cx="310559" cy="282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9__Bukti penerimaan → Lihat Bukti">
            <a:hlinkClick r:id="rId5" action="ppaction://hlinksldjump" tooltip="Bukti penerimaan → Lihat Bukti"/>
          </p:cNvPr>
          <p:cNvSpPr/>
          <p:nvPr/>
        </p:nvSpPr>
        <p:spPr>
          <a:xfrm>
            <a:off x="1105286" y="3471349"/>
            <a:ext cx="2357424" cy="131281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9__Thumbnail lampiran → Lihat Bukti">
            <a:hlinkClick r:id="rId5" action="ppaction://hlinksldjump" tooltip="Thumbnail lampiran → Lihat Bukti"/>
          </p:cNvPr>
          <p:cNvSpPr/>
          <p:nvPr/>
        </p:nvSpPr>
        <p:spPr>
          <a:xfrm>
            <a:off x="1105286" y="4854748"/>
            <a:ext cx="2357424" cy="31055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10__Audit Trail → Audit Trail">
            <a:hlinkClick r:id="rId6" action="ppaction://hlinksldjump" tooltip="Audit Trail → Audit Trail"/>
          </p:cNvPr>
          <p:cNvSpPr/>
          <p:nvPr/>
        </p:nvSpPr>
        <p:spPr>
          <a:xfrm>
            <a:off x="1020588" y="5320586"/>
            <a:ext cx="2526820" cy="43760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11__Lacak → Lacak Pengiriman">
            <a:hlinkClick r:id="rId7" action="ppaction://hlinksldjump" tooltip="Lacak → Lacak Pengiriman"/>
          </p:cNvPr>
          <p:cNvSpPr/>
          <p:nvPr/>
        </p:nvSpPr>
        <p:spPr>
          <a:xfrm>
            <a:off x="1020588" y="5913471"/>
            <a:ext cx="790514" cy="3529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LINK12__Verifikasi Penerimaan → Verifikasi Penerimaan">
            <a:hlinkClick r:id="rId8" action="ppaction://hlinksldjump" tooltip="Verifikasi Penerimaan → Verifikasi Penerimaan"/>
          </p:cNvPr>
          <p:cNvSpPr/>
          <p:nvPr/>
        </p:nvSpPr>
        <p:spPr>
          <a:xfrm>
            <a:off x="1881684" y="5913471"/>
            <a:ext cx="1665725" cy="3529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LINK4__Kembali">
            <a:hlinkClick r:id="rId4" action="ppaction://hlinksldjump" tooltip="Kembali"/>
          </p:cNvPr>
          <p:cNvSpPr/>
          <p:nvPr/>
        </p:nvSpPr>
        <p:spPr>
          <a:xfrm>
            <a:off x="895943" y="74930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LINK9__Bukti penerimaan">
            <a:hlinkClick r:id="rId5" action="ppaction://hlinksldjump" tooltip="Bukti penerimaan"/>
          </p:cNvPr>
          <p:cNvSpPr/>
          <p:nvPr/>
        </p:nvSpPr>
        <p:spPr>
          <a:xfrm>
            <a:off x="1022990" y="338905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LINK9__Thumbnail lampiran">
            <a:hlinkClick r:id="rId5" action="ppaction://hlinksldjump" tooltip="Thumbnail lampiran"/>
          </p:cNvPr>
          <p:cNvSpPr/>
          <p:nvPr/>
        </p:nvSpPr>
        <p:spPr>
          <a:xfrm>
            <a:off x="1022990" y="477245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LINK10__Audit Trail">
            <a:hlinkClick r:id="rId6" action="ppaction://hlinksldjump" tooltip="Audit Trail"/>
          </p:cNvPr>
          <p:cNvSpPr/>
          <p:nvPr/>
        </p:nvSpPr>
        <p:spPr>
          <a:xfrm>
            <a:off x="938292" y="5238290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3" name="LINK11__Lacak">
            <a:hlinkClick r:id="rId7" action="ppaction://hlinksldjump" tooltip="Lacak"/>
          </p:cNvPr>
          <p:cNvSpPr/>
          <p:nvPr/>
        </p:nvSpPr>
        <p:spPr>
          <a:xfrm>
            <a:off x="938292" y="5831175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5</a:t>
            </a:r>
            <a:endParaRPr lang="en-US" sz="800" dirty="0"/>
          </a:p>
        </p:txBody>
      </p:sp>
      <p:sp>
        <p:nvSpPr>
          <p:cNvPr id="14" name="LINK12__Verifikasi Penerimaan">
            <a:hlinkClick r:id="rId8" action="ppaction://hlinksldjump" tooltip="Verifikasi Penerimaan"/>
          </p:cNvPr>
          <p:cNvSpPr/>
          <p:nvPr/>
        </p:nvSpPr>
        <p:spPr>
          <a:xfrm>
            <a:off x="1799388" y="5831175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6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06 / 15</a:t>
            </a:r>
            <a:endParaRPr lang="en-US" sz="1200" dirty="0"/>
          </a:p>
        </p:txBody>
      </p:sp>
      <p:sp>
        <p:nvSpPr>
          <p:cNvPr id="16" name="LINK2__Peta Alur">
            <a:hlinkClick r:id="rId9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7" name="LINK1__Judul">
            <a:hlinkClick r:id="rId10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Detail Dokumen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Nomor, status, dan penerima menonjol. Area bukti penerimaan dibuat dominan.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tombol Verifikasi besar · tombol kembali tidak jadi fokus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23" name="LINK4__Kembali">
            <a:hlinkClick r:id="rId4" action="ppaction://hlinksldjump" tooltip="Kembali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4" name="LINK4__Kembali">
            <a:hlinkClick r:id="rId4" action="ppaction://hlinksldjump" tooltip="Kembali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Kembali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5" name="LINK4__Kembali">
            <a:hlinkClick r:id="rId4" action="ppaction://hlinksldjump" tooltip="Kembali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LINK9__Bukti penerimaan">
            <a:hlinkClick r:id="rId5" action="ppaction://hlinksldjump" tooltip="Bukti penerimaan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7" name="LINK9__Bukti penerimaan">
            <a:hlinkClick r:id="rId5" action="ppaction://hlinksldjump" tooltip="Bukti penerimaan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Bukti penerimaan</a:t>
            </a:r>
            <a:r>
              <a:rPr lang="en-US" sz="1100" dirty="0">
                <a:solidFill>
                  <a:srgbClr val="A9BCD6"/>
                </a:solidFill>
              </a:rPr>
              <a:t>   →  Lihat Bukti</a:t>
            </a:r>
            <a:endParaRPr lang="en-US" sz="1100" dirty="0"/>
          </a:p>
        </p:txBody>
      </p:sp>
      <p:sp>
        <p:nvSpPr>
          <p:cNvPr id="28" name="LINK9__Bukti penerimaan">
            <a:hlinkClick r:id="rId5" action="ppaction://hlinksldjump" tooltip="Bukti penerimaan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LINK9__Thumbnail lampiran">
            <a:hlinkClick r:id="rId5" action="ppaction://hlinksldjump" tooltip="Thumbnail lampiran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0" name="LINK9__Thumbnail lampiran">
            <a:hlinkClick r:id="rId5" action="ppaction://hlinksldjump" tooltip="Thumbnail lampiran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Thumbnail lampiran</a:t>
            </a:r>
            <a:r>
              <a:rPr lang="en-US" sz="1100" dirty="0">
                <a:solidFill>
                  <a:srgbClr val="A9BCD6"/>
                </a:solidFill>
              </a:rPr>
              <a:t>   →  Lihat Bukti</a:t>
            </a:r>
            <a:endParaRPr lang="en-US" sz="1100" dirty="0"/>
          </a:p>
        </p:txBody>
      </p:sp>
      <p:sp>
        <p:nvSpPr>
          <p:cNvPr id="31" name="LINK9__Thumbnail lampiran">
            <a:hlinkClick r:id="rId5" action="ppaction://hlinksldjump" tooltip="Thumbnail lampiran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LINK10__Audit Trail">
            <a:hlinkClick r:id="rId6" action="ppaction://hlinksldjump" tooltip="Audit Trail"/>
          </p:cNvPr>
          <p:cNvSpPr/>
          <p:nvPr/>
        </p:nvSpPr>
        <p:spPr>
          <a:xfrm>
            <a:off x="4572000" y="4535424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3" name="LINK10__Audit Trail">
            <a:hlinkClick r:id="rId6" action="ppaction://hlinksldjump" tooltip="Audit Trail"/>
          </p:cNvPr>
          <p:cNvSpPr txBox="1"/>
          <p:nvPr/>
        </p:nvSpPr>
        <p:spPr>
          <a:xfrm>
            <a:off x="4956048" y="45354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Trail</a:t>
            </a:r>
            <a:r>
              <a:rPr lang="en-US" sz="1100" dirty="0">
                <a:solidFill>
                  <a:srgbClr val="A9BCD6"/>
                </a:solidFill>
              </a:rPr>
              <a:t>   →  Audit Trail</a:t>
            </a:r>
            <a:endParaRPr lang="en-US" sz="1100" dirty="0"/>
          </a:p>
        </p:txBody>
      </p:sp>
      <p:sp>
        <p:nvSpPr>
          <p:cNvPr id="34" name="LINK10__Audit Trail">
            <a:hlinkClick r:id="rId6" action="ppaction://hlinksldjump" tooltip="Audit Trail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LINK11__Lacak">
            <a:hlinkClick r:id="rId7" action="ppaction://hlinksldjump" tooltip="Lacak"/>
          </p:cNvPr>
          <p:cNvSpPr/>
          <p:nvPr/>
        </p:nvSpPr>
        <p:spPr>
          <a:xfrm>
            <a:off x="4572000" y="4965192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6" name="LINK11__Lacak">
            <a:hlinkClick r:id="rId7" action="ppaction://hlinksldjump" tooltip="Lacak"/>
          </p:cNvPr>
          <p:cNvSpPr txBox="1"/>
          <p:nvPr/>
        </p:nvSpPr>
        <p:spPr>
          <a:xfrm>
            <a:off x="4956048" y="49651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Lacak</a:t>
            </a:r>
            <a:r>
              <a:rPr lang="en-US" sz="1100" dirty="0">
                <a:solidFill>
                  <a:srgbClr val="A9BCD6"/>
                </a:solidFill>
              </a:rPr>
              <a:t>   →  Lacak Pengiriman</a:t>
            </a:r>
            <a:endParaRPr lang="en-US" sz="1100" dirty="0"/>
          </a:p>
        </p:txBody>
      </p:sp>
      <p:sp>
        <p:nvSpPr>
          <p:cNvPr id="37" name="LINK11__Lacak">
            <a:hlinkClick r:id="rId7" action="ppaction://hlinksldjump" tooltip="Lacak"/>
          </p:cNvPr>
          <p:cNvSpPr/>
          <p:nvPr/>
        </p:nvSpPr>
        <p:spPr>
          <a:xfrm>
            <a:off x="4645152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LINK12__Verifikasi Penerimaan">
            <a:hlinkClick r:id="rId8" action="ppaction://hlinksldjump" tooltip="Verifikasi Penerimaan"/>
          </p:cNvPr>
          <p:cNvSpPr/>
          <p:nvPr/>
        </p:nvSpPr>
        <p:spPr>
          <a:xfrm>
            <a:off x="4572000" y="539496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9" name="LINK12__Verifikasi Penerimaan">
            <a:hlinkClick r:id="rId8" action="ppaction://hlinksldjump" tooltip="Verifikasi Penerimaan"/>
          </p:cNvPr>
          <p:cNvSpPr txBox="1"/>
          <p:nvPr/>
        </p:nvSpPr>
        <p:spPr>
          <a:xfrm>
            <a:off x="4956048" y="53949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Verifikasi Penerimaan</a:t>
            </a:r>
            <a:r>
              <a:rPr lang="en-US" sz="1100" dirty="0">
                <a:solidFill>
                  <a:srgbClr val="A9BCD6"/>
                </a:solidFill>
              </a:rPr>
              <a:t>   →  Verifikasi Penerimaan</a:t>
            </a:r>
            <a:endParaRPr lang="en-US" sz="1100" dirty="0"/>
          </a:p>
        </p:txBody>
      </p:sp>
      <p:sp>
        <p:nvSpPr>
          <p:cNvPr id="40" name="LINK12__Verifikasi Penerimaan">
            <a:hlinkClick r:id="rId8" action="ppaction://hlinksldjump" tooltip="Verifikasi Penerimaan"/>
          </p:cNvPr>
          <p:cNvSpPr/>
          <p:nvPr/>
        </p:nvSpPr>
        <p:spPr>
          <a:xfrm>
            <a:off x="4645152" y="545896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Tutup (X) → Detail Dokumen">
            <a:hlinkClick r:id="rId4" action="ppaction://hlinksldjump" tooltip="Tutup (X) → Detail Dokumen"/>
          </p:cNvPr>
          <p:cNvSpPr/>
          <p:nvPr/>
        </p:nvSpPr>
        <p:spPr>
          <a:xfrm>
            <a:off x="1006472" y="845715"/>
            <a:ext cx="338792" cy="3387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Dokumen (kembali) → Detail Dokumen">
            <a:hlinkClick r:id="rId4" action="ppaction://hlinksldjump" tooltip="Dokumen (kembali) → Detail Dokumen"/>
          </p:cNvPr>
          <p:cNvSpPr/>
          <p:nvPr/>
        </p:nvSpPr>
        <p:spPr>
          <a:xfrm>
            <a:off x="1246449" y="1438600"/>
            <a:ext cx="2082156" cy="258328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Tutup (X)">
            <a:hlinkClick r:id="rId4" action="ppaction://hlinksldjump" tooltip="Tutup (X)"/>
          </p:cNvPr>
          <p:cNvSpPr/>
          <p:nvPr/>
        </p:nvSpPr>
        <p:spPr>
          <a:xfrm>
            <a:off x="924176" y="76341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6" name="LINK8__Dokumen (kembali)">
            <a:hlinkClick r:id="rId4" action="ppaction://hlinksldjump" tooltip="Dokumen (kembali)"/>
          </p:cNvPr>
          <p:cNvSpPr/>
          <p:nvPr/>
        </p:nvSpPr>
        <p:spPr>
          <a:xfrm>
            <a:off x="1164153" y="135630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07 / 15</a:t>
            </a:r>
            <a:endParaRPr lang="en-US" sz="1200" dirty="0"/>
          </a:p>
        </p:txBody>
      </p:sp>
      <p:sp>
        <p:nvSpPr>
          <p:cNvPr id="8" name="LINK2__Peta Alur">
            <a:hlinkClick r:id="rId5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9" name="LINK1__Judul">
            <a:hlinkClick r:id="rId6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Lihat Bukti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Bukti penerimaan ditampilkan layar penuh untuk diperiksa dengan detail.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kontrol berada di pojok dan bawah layar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5" name="LINK8__Tutup (X)">
            <a:hlinkClick r:id="rId4" action="ppaction://hlinksldjump" tooltip="Tutup (X)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LINK8__Tutup (X)">
            <a:hlinkClick r:id="rId4" action="ppaction://hlinksldjump" tooltip="Tutup (X)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Tutup (X)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17" name="LINK8__Tutup (X)">
            <a:hlinkClick r:id="rId4" action="ppaction://hlinksldjump" tooltip="Tutup (X)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LINK8__Dokumen (kembali)">
            <a:hlinkClick r:id="rId4" action="ppaction://hlinksldjump" tooltip="Dokumen (kembali)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9" name="LINK8__Dokumen (kembali)">
            <a:hlinkClick r:id="rId4" action="ppaction://hlinksldjump" tooltip="Dokumen (kembali)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Dokumen (kembali)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0" name="LINK8__Dokumen (kembali)">
            <a:hlinkClick r:id="rId4" action="ppaction://hlinksldjump" tooltip="Dokumen (kembali)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Kembali → Detail Dokumen">
            <a:hlinkClick r:id="rId4" action="ppaction://hlinksldjump" tooltip="Kembali → Detail Dokumen"/>
          </p:cNvPr>
          <p:cNvSpPr/>
          <p:nvPr/>
        </p:nvSpPr>
        <p:spPr>
          <a:xfrm>
            <a:off x="978239" y="831598"/>
            <a:ext cx="310559" cy="282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Aktivitas (ke dokumen) → Detail Dokumen">
            <a:hlinkClick r:id="rId4" action="ppaction://hlinksldjump" tooltip="Aktivitas (ke dokumen) → Detail Dokumen"/>
          </p:cNvPr>
          <p:cNvSpPr/>
          <p:nvPr/>
        </p:nvSpPr>
        <p:spPr>
          <a:xfrm>
            <a:off x="1020588" y="1862089"/>
            <a:ext cx="2526820" cy="282326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Kembali">
            <a:hlinkClick r:id="rId4" action="ppaction://hlinksldjump" tooltip="Kembali"/>
          </p:cNvPr>
          <p:cNvSpPr/>
          <p:nvPr/>
        </p:nvSpPr>
        <p:spPr>
          <a:xfrm>
            <a:off x="895943" y="74930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6" name="LINK8__Aktivitas (ke dokumen)">
            <a:hlinkClick r:id="rId4" action="ppaction://hlinksldjump" tooltip="Aktivitas (ke dokumen)"/>
          </p:cNvPr>
          <p:cNvSpPr/>
          <p:nvPr/>
        </p:nvSpPr>
        <p:spPr>
          <a:xfrm>
            <a:off x="938292" y="1779793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08 / 15</a:t>
            </a:r>
            <a:endParaRPr lang="en-US" sz="1200" dirty="0"/>
          </a:p>
        </p:txBody>
      </p:sp>
      <p:sp>
        <p:nvSpPr>
          <p:cNvPr id="8" name="LINK2__Peta Alur">
            <a:hlinkClick r:id="rId5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9" name="LINK1__Judul">
            <a:hlinkClick r:id="rId6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Audit Trail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Jejak setiap aktivitas: siapa melakukan apa dan kapan, untuk transparansi.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filter kategori aktivitas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5" name="LINK8__Kembali">
            <a:hlinkClick r:id="rId4" action="ppaction://hlinksldjump" tooltip="Kembali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LINK8__Kembali">
            <a:hlinkClick r:id="rId4" action="ppaction://hlinksldjump" tooltip="Kembali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Kembali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17" name="LINK8__Kembali">
            <a:hlinkClick r:id="rId4" action="ppaction://hlinksldjump" tooltip="Kembali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LINK8__Aktivitas (ke dokumen)">
            <a:hlinkClick r:id="rId4" action="ppaction://hlinksldjump" tooltip="Aktivitas (ke dokumen)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9" name="LINK8__Aktivitas (ke dokumen)">
            <a:hlinkClick r:id="rId4" action="ppaction://hlinksldjump" tooltip="Aktivitas (ke dokumen)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Aktivitas (ke dokumen)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0" name="LINK8__Aktivitas (ke dokumen)">
            <a:hlinkClick r:id="rId4" action="ppaction://hlinksldjump" tooltip="Aktivitas (ke dokumen)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Kembali → Detail Dokumen">
            <a:hlinkClick r:id="rId4" action="ppaction://hlinksldjump" tooltip="Kembali → Detail Dokumen"/>
          </p:cNvPr>
          <p:cNvSpPr/>
          <p:nvPr/>
        </p:nvSpPr>
        <p:spPr>
          <a:xfrm>
            <a:off x="1006472" y="859831"/>
            <a:ext cx="338792" cy="3387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Kembali">
            <a:hlinkClick r:id="rId4" action="ppaction://hlinksldjump" tooltip="Kembali"/>
          </p:cNvPr>
          <p:cNvSpPr/>
          <p:nvPr/>
        </p:nvSpPr>
        <p:spPr>
          <a:xfrm>
            <a:off x="924176" y="777535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09 / 15</a:t>
            </a:r>
            <a:endParaRPr lang="en-US" sz="1200" dirty="0"/>
          </a:p>
        </p:txBody>
      </p:sp>
      <p:sp>
        <p:nvSpPr>
          <p:cNvPr id="6" name="LINK2__Peta Alur">
            <a:hlinkClick r:id="rId5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7" name="LINK1__Judul">
            <a:hlinkClick r:id="rId6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Lacak Pengiriman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Posisi armada real-time, estimasi tiba, dan kontak supir.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tombol telepon supir besar di jangkauan jempol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3" name="LINK8__Kembali">
            <a:hlinkClick r:id="rId4" action="ppaction://hlinksldjump" tooltip="Kembali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4" name="LINK8__Kembali">
            <a:hlinkClick r:id="rId4" action="ppaction://hlinksldjump" tooltip="Kembali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Kembali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15" name="LINK8__Kembali">
            <a:hlinkClick r:id="rId4" action="ppaction://hlinksldjump" tooltip="Kembali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Tutup (X) → Detail Dokumen">
            <a:hlinkClick r:id="rId4" action="ppaction://hlinksldjump" tooltip="Tutup (X) → Detail Dokumen"/>
          </p:cNvPr>
          <p:cNvSpPr/>
          <p:nvPr/>
        </p:nvSpPr>
        <p:spPr>
          <a:xfrm>
            <a:off x="3265082" y="1706810"/>
            <a:ext cx="254094" cy="25409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Area gelap → Detail Dokumen">
            <a:hlinkClick r:id="rId4" action="ppaction://hlinksldjump" tooltip="Area gelap → Detail Dokumen"/>
          </p:cNvPr>
          <p:cNvSpPr/>
          <p:nvPr/>
        </p:nvSpPr>
        <p:spPr>
          <a:xfrm>
            <a:off x="907658" y="450458"/>
            <a:ext cx="2752681" cy="1030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Batal → Detail Dokumen">
            <a:hlinkClick r:id="rId4" action="ppaction://hlinksldjump" tooltip="Batal → Detail Dokumen"/>
          </p:cNvPr>
          <p:cNvSpPr/>
          <p:nvPr/>
        </p:nvSpPr>
        <p:spPr>
          <a:xfrm>
            <a:off x="1048821" y="5687610"/>
            <a:ext cx="776397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13__Konfirmasi → Verifikasi Berhasil">
            <a:hlinkClick r:id="rId5" action="ppaction://hlinksldjump" tooltip="Konfirmasi → Verifikasi Berhasil"/>
          </p:cNvPr>
          <p:cNvSpPr/>
          <p:nvPr/>
        </p:nvSpPr>
        <p:spPr>
          <a:xfrm>
            <a:off x="1895800" y="5687610"/>
            <a:ext cx="1623376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8__Tutup (X)">
            <a:hlinkClick r:id="rId4" action="ppaction://hlinksldjump" tooltip="Tutup (X)"/>
          </p:cNvPr>
          <p:cNvSpPr/>
          <p:nvPr/>
        </p:nvSpPr>
        <p:spPr>
          <a:xfrm>
            <a:off x="3182786" y="162451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8" name="LINK8__Area gelap">
            <a:hlinkClick r:id="rId4" action="ppaction://hlinksldjump" tooltip="Area gelap"/>
          </p:cNvPr>
          <p:cNvSpPr/>
          <p:nvPr/>
        </p:nvSpPr>
        <p:spPr>
          <a:xfrm>
            <a:off x="841248" y="38404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9" name="LINK8__Batal">
            <a:hlinkClick r:id="rId4" action="ppaction://hlinksldjump" tooltip="Batal"/>
          </p:cNvPr>
          <p:cNvSpPr/>
          <p:nvPr/>
        </p:nvSpPr>
        <p:spPr>
          <a:xfrm>
            <a:off x="966525" y="560531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0" name="LINK13__Konfirmasi">
            <a:hlinkClick r:id="rId5" action="ppaction://hlinksldjump" tooltip="Konfirmasi"/>
          </p:cNvPr>
          <p:cNvSpPr/>
          <p:nvPr/>
        </p:nvSpPr>
        <p:spPr>
          <a:xfrm>
            <a:off x="1813504" y="5605314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10 / 15</a:t>
            </a:r>
            <a:endParaRPr lang="en-US" sz="1200" dirty="0"/>
          </a:p>
        </p:txBody>
      </p:sp>
      <p:sp>
        <p:nvSpPr>
          <p:cNvPr id="12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3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Verifikasi Penerimaan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Checklist kondisi barang, foto bukti, dan tanda tangan penerima.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3 pemeriksaan singkat, 1 aksi utama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9" name="LINK8__Tutup (X)">
            <a:hlinkClick r:id="rId4" action="ppaction://hlinksldjump" tooltip="Tutup (X)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0" name="LINK8__Tutup (X)">
            <a:hlinkClick r:id="rId4" action="ppaction://hlinksldjump" tooltip="Tutup (X)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Tutup (X)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1" name="LINK8__Tutup (X)">
            <a:hlinkClick r:id="rId4" action="ppaction://hlinksldjump" tooltip="Tutup (X)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LINK8__Area gelap">
            <a:hlinkClick r:id="rId4" action="ppaction://hlinksldjump" tooltip="Area gelap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3" name="LINK8__Area gelap">
            <a:hlinkClick r:id="rId4" action="ppaction://hlinksldjump" tooltip="Area gelap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Area gelap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4" name="LINK8__Area gelap">
            <a:hlinkClick r:id="rId4" action="ppaction://hlinksldjump" tooltip="Area gelap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LINK8__Batal">
            <a:hlinkClick r:id="rId4" action="ppaction://hlinksldjump" tooltip="Batal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6" name="LINK8__Batal">
            <a:hlinkClick r:id="rId4" action="ppaction://hlinksldjump" tooltip="Batal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Batal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7" name="LINK8__Batal">
            <a:hlinkClick r:id="rId4" action="ppaction://hlinksldjump" tooltip="Batal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28" name="LINK13__Konfirmasi">
            <a:hlinkClick r:id="rId5" action="ppaction://hlinksldjump" tooltip="Konfirmasi"/>
          </p:cNvPr>
          <p:cNvSpPr/>
          <p:nvPr/>
        </p:nvSpPr>
        <p:spPr>
          <a:xfrm>
            <a:off x="4572000" y="4535424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9" name="LINK13__Konfirmasi">
            <a:hlinkClick r:id="rId5" action="ppaction://hlinksldjump" tooltip="Konfirmasi"/>
          </p:cNvPr>
          <p:cNvSpPr txBox="1"/>
          <p:nvPr/>
        </p:nvSpPr>
        <p:spPr>
          <a:xfrm>
            <a:off x="4956048" y="45354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Konfirmasi</a:t>
            </a:r>
            <a:r>
              <a:rPr lang="en-US" sz="1100" dirty="0">
                <a:solidFill>
                  <a:srgbClr val="A9BCD6"/>
                </a:solidFill>
              </a:rPr>
              <a:t>   →  Verifikasi Berhasil</a:t>
            </a:r>
            <a:endParaRPr lang="en-US" sz="1100" dirty="0"/>
          </a:p>
        </p:txBody>
      </p:sp>
      <p:sp>
        <p:nvSpPr>
          <p:cNvPr id="30" name="LINK13__Konfirmasi">
            <a:hlinkClick r:id="rId5" action="ppaction://hlinksldjump" tooltip="Konfirmasi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Lihat Detail Dokumen → Detail Dokumen">
            <a:hlinkClick r:id="rId4" action="ppaction://hlinksldjump" tooltip="Lihat Detail Dokumen → Detail Dokumen"/>
          </p:cNvPr>
          <p:cNvSpPr/>
          <p:nvPr/>
        </p:nvSpPr>
        <p:spPr>
          <a:xfrm>
            <a:off x="1077054" y="5221772"/>
            <a:ext cx="2413890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Kembali ke Beranda → Dashboard">
            <a:hlinkClick r:id="rId5" action="ppaction://hlinksldjump" tooltip="Kembali ke Beranda → Dashboard"/>
          </p:cNvPr>
          <p:cNvSpPr/>
          <p:nvPr/>
        </p:nvSpPr>
        <p:spPr>
          <a:xfrm>
            <a:off x="1077054" y="5673494"/>
            <a:ext cx="2413890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994758" y="5139476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6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994758" y="559119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11 / 15</a:t>
            </a:r>
            <a:endParaRPr lang="en-US" sz="1200" dirty="0"/>
          </a:p>
        </p:txBody>
      </p:sp>
      <p:sp>
        <p:nvSpPr>
          <p:cNvPr id="8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9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Verifikasi Berhasil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Konfirmasi bahwa penerimaan telah diverifikasi dan tercatat.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Umpan balik jelas setelah aksi penting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5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LINK8__Lihat Detail Dokumen">
            <a:hlinkClick r:id="rId4" action="ppaction://hlinksldjump" tooltip="Lihat Detail Dokumen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Lihat Detail Dokumen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17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9" name="LINK4__Kembali ke Beranda">
            <a:hlinkClick r:id="rId5" action="ppaction://hlinksldjump" tooltip="Kembali ke Beranda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Kembali ke Beranda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0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4__Tutup (X) → Dashboard">
            <a:hlinkClick r:id="rId4" action="ppaction://hlinksldjump" tooltip="Tutup (X) → Dashboard"/>
          </p:cNvPr>
          <p:cNvSpPr/>
          <p:nvPr/>
        </p:nvSpPr>
        <p:spPr>
          <a:xfrm>
            <a:off x="978239" y="831598"/>
            <a:ext cx="310559" cy="28232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Simpan Draf → Dashboard">
            <a:hlinkClick r:id="rId4" action="ppaction://hlinksldjump" tooltip="Simpan Draf → Dashboard"/>
          </p:cNvPr>
          <p:cNvSpPr/>
          <p:nvPr/>
        </p:nvSpPr>
        <p:spPr>
          <a:xfrm>
            <a:off x="1020588" y="5913471"/>
            <a:ext cx="903444" cy="3529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15__Kirim Surat → Surat Terkirim">
            <a:hlinkClick r:id="rId5" action="ppaction://hlinksldjump" tooltip="Kirim Surat → Surat Terkirim"/>
          </p:cNvPr>
          <p:cNvSpPr/>
          <p:nvPr/>
        </p:nvSpPr>
        <p:spPr>
          <a:xfrm>
            <a:off x="1994614" y="5913471"/>
            <a:ext cx="1552794" cy="3529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4__Tutup (X)">
            <a:hlinkClick r:id="rId4" action="ppaction://hlinksldjump" tooltip="Tutup (X)"/>
          </p:cNvPr>
          <p:cNvSpPr/>
          <p:nvPr/>
        </p:nvSpPr>
        <p:spPr>
          <a:xfrm>
            <a:off x="895943" y="74930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7" name="LINK4__Simpan Draf">
            <a:hlinkClick r:id="rId4" action="ppaction://hlinksldjump" tooltip="Simpan Draf"/>
          </p:cNvPr>
          <p:cNvSpPr/>
          <p:nvPr/>
        </p:nvSpPr>
        <p:spPr>
          <a:xfrm>
            <a:off x="938292" y="5831175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8" name="LINK15__Kirim Surat">
            <a:hlinkClick r:id="rId5" action="ppaction://hlinksldjump" tooltip="Kirim Surat"/>
          </p:cNvPr>
          <p:cNvSpPr/>
          <p:nvPr/>
        </p:nvSpPr>
        <p:spPr>
          <a:xfrm>
            <a:off x="1912318" y="5831175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12 / 15</a:t>
            </a:r>
            <a:endParaRPr lang="en-US" sz="1200" dirty="0"/>
          </a:p>
        </p:txBody>
      </p:sp>
      <p:sp>
        <p:nvSpPr>
          <p:cNvPr id="10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1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Buat Surat Jalan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Form singkat untuk membuat surat jalan digital beserta lampiran.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field dikelompokkan menjadi 3 bagian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7" name="LINK4__Tutup (X)">
            <a:hlinkClick r:id="rId4" action="ppaction://hlinksldjump" tooltip="Tutup (X)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8" name="LINK4__Tutup (X)">
            <a:hlinkClick r:id="rId4" action="ppaction://hlinksldjump" tooltip="Tutup (X)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Tutup (X)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19" name="LINK4__Tutup (X)">
            <a:hlinkClick r:id="rId4" action="ppaction://hlinksldjump" tooltip="Tutup (X)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LINK4__Simpan Draf">
            <a:hlinkClick r:id="rId4" action="ppaction://hlinksldjump" tooltip="Simpan Draf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1" name="LINK4__Simpan Draf">
            <a:hlinkClick r:id="rId4" action="ppaction://hlinksldjump" tooltip="Simpan Draf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Simpan Draf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2" name="LINK4__Simpan Draf">
            <a:hlinkClick r:id="rId4" action="ppaction://hlinksldjump" tooltip="Simpan Draf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3" name="LINK15__Kirim Surat">
            <a:hlinkClick r:id="rId5" action="ppaction://hlinksldjump" tooltip="Kirim Surat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4" name="LINK15__Kirim Surat">
            <a:hlinkClick r:id="rId5" action="ppaction://hlinksldjump" tooltip="Kirim Surat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Kirim Surat</a:t>
            </a:r>
            <a:r>
              <a:rPr lang="en-US" sz="1100" dirty="0">
                <a:solidFill>
                  <a:srgbClr val="A9BCD6"/>
                </a:solidFill>
              </a:rPr>
              <a:t>   →  Surat Terkirim</a:t>
            </a:r>
            <a:endParaRPr lang="en-US" sz="1100" dirty="0"/>
          </a:p>
        </p:txBody>
      </p:sp>
      <p:sp>
        <p:nvSpPr>
          <p:cNvPr id="25" name="LINK15__Kirim Surat">
            <a:hlinkClick r:id="rId5" action="ppaction://hlinksldjump" tooltip="Kirim Surat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Lihat Detail Dokumen → Detail Dokumen">
            <a:hlinkClick r:id="rId4" action="ppaction://hlinksldjump" tooltip="Lihat Detail Dokumen → Detail Dokumen"/>
          </p:cNvPr>
          <p:cNvSpPr/>
          <p:nvPr/>
        </p:nvSpPr>
        <p:spPr>
          <a:xfrm>
            <a:off x="1077054" y="5221772"/>
            <a:ext cx="2413890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Kembali ke Beranda → Dashboard">
            <a:hlinkClick r:id="rId5" action="ppaction://hlinksldjump" tooltip="Kembali ke Beranda → Dashboard"/>
          </p:cNvPr>
          <p:cNvSpPr/>
          <p:nvPr/>
        </p:nvSpPr>
        <p:spPr>
          <a:xfrm>
            <a:off x="1077054" y="5673494"/>
            <a:ext cx="2413890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994758" y="5139476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6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994758" y="5591198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13 / 15</a:t>
            </a:r>
            <a:endParaRPr lang="en-US" sz="1200" dirty="0"/>
          </a:p>
        </p:txBody>
      </p:sp>
      <p:sp>
        <p:nvSpPr>
          <p:cNvPr id="8" name="LINK2__Peta Alur">
            <a:hlinkClick r:id="rId6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9" name="LINK1__Judul">
            <a:hlinkClick r:id="rId7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Surat Terkirim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Nomor dokumen dibuat otomatis, lengkap dengan QR untuk serah terima.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Umpan balik jelas setelah aksi penting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15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LINK8__Lihat Detail Dokumen">
            <a:hlinkClick r:id="rId4" action="ppaction://hlinksldjump" tooltip="Lihat Detail Dokumen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Lihat Detail Dokumen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17" name="LINK8__Lihat Detail Dokumen">
            <a:hlinkClick r:id="rId4" action="ppaction://hlinksldjump" tooltip="Lihat Detail Dokumen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18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9" name="LINK4__Kembali ke Beranda">
            <a:hlinkClick r:id="rId5" action="ppaction://hlinksldjump" tooltip="Kembali ke Beranda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Kembali ke Beranda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0" name="LINK4__Kembali ke Beranda">
            <a:hlinkClick r:id="rId5" action="ppaction://hlinksldjump" tooltip="Kembali ke Beranda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8__Notif SJ/…/0142 → Detail Dokumen">
            <a:hlinkClick r:id="rId4" action="ppaction://hlinksldjump" tooltip="Notif SJ/…/0142 → Detail Dokumen"/>
          </p:cNvPr>
          <p:cNvSpPr/>
          <p:nvPr/>
        </p:nvSpPr>
        <p:spPr>
          <a:xfrm>
            <a:off x="1020588" y="1579763"/>
            <a:ext cx="2526820" cy="5223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8__Notifikasi lain → Detail Dokumen">
            <a:hlinkClick r:id="rId4" action="ppaction://hlinksldjump" tooltip="Notifikasi lain → Detail Dokumen"/>
          </p:cNvPr>
          <p:cNvSpPr/>
          <p:nvPr/>
        </p:nvSpPr>
        <p:spPr>
          <a:xfrm>
            <a:off x="1020588" y="2172648"/>
            <a:ext cx="2526820" cy="239977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4__Beranda → Dashboard">
            <a:hlinkClick r:id="rId5" action="ppaction://hlinksldjump" tooltip="Beranda → Dashboard"/>
          </p:cNvPr>
          <p:cNvSpPr/>
          <p:nvPr/>
        </p:nvSpPr>
        <p:spPr>
          <a:xfrm>
            <a:off x="907658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7__Tab Dokumen → Daftar Dokumen">
            <a:hlinkClick r:id="rId6" action="ppaction://hlinksldjump" tooltip="Tab Dokumen → Daftar Dokumen"/>
          </p:cNvPr>
          <p:cNvSpPr/>
          <p:nvPr/>
        </p:nvSpPr>
        <p:spPr>
          <a:xfrm>
            <a:off x="1458194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14__Tombol + Buat Surat → Buat Surat Jalan">
            <a:hlinkClick r:id="rId7" action="ppaction://hlinksldjump" tooltip="Tombol + Buat Surat → Buat Surat Jalan"/>
          </p:cNvPr>
          <p:cNvSpPr/>
          <p:nvPr/>
        </p:nvSpPr>
        <p:spPr>
          <a:xfrm>
            <a:off x="2044021" y="5659378"/>
            <a:ext cx="479955" cy="47995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LINK17__Tab Profil → Profil">
            <a:hlinkClick r:id="rId8" action="ppaction://hlinksldjump" tooltip="Tab Profil → Profil"/>
          </p:cNvPr>
          <p:cNvSpPr/>
          <p:nvPr/>
        </p:nvSpPr>
        <p:spPr>
          <a:xfrm>
            <a:off x="3109803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LINK8__Notif SJ/…/0142">
            <a:hlinkClick r:id="rId4" action="ppaction://hlinksldjump" tooltip="Notif SJ/…/0142"/>
          </p:cNvPr>
          <p:cNvSpPr/>
          <p:nvPr/>
        </p:nvSpPr>
        <p:spPr>
          <a:xfrm>
            <a:off x="938292" y="1497467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LINK8__Notifikasi lain">
            <a:hlinkClick r:id="rId4" action="ppaction://hlinksldjump" tooltip="Notifikasi lain"/>
          </p:cNvPr>
          <p:cNvSpPr/>
          <p:nvPr/>
        </p:nvSpPr>
        <p:spPr>
          <a:xfrm>
            <a:off x="938292" y="209035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LINK4__Beranda">
            <a:hlinkClick r:id="rId5" action="ppaction://hlinksldjump" tooltip="Beranda"/>
          </p:cNvPr>
          <p:cNvSpPr/>
          <p:nvPr/>
        </p:nvSpPr>
        <p:spPr>
          <a:xfrm>
            <a:off x="84124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2" name="LINK7__Tab Dokumen">
            <a:hlinkClick r:id="rId6" action="ppaction://hlinksldjump" tooltip="Tab Dokumen"/>
          </p:cNvPr>
          <p:cNvSpPr/>
          <p:nvPr/>
        </p:nvSpPr>
        <p:spPr>
          <a:xfrm>
            <a:off x="137589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3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1961725" y="557708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5</a:t>
            </a:r>
            <a:endParaRPr lang="en-US" sz="800" dirty="0"/>
          </a:p>
        </p:txBody>
      </p:sp>
      <p:sp>
        <p:nvSpPr>
          <p:cNvPr id="14" name="LINK17__Tab Profil">
            <a:hlinkClick r:id="rId8" action="ppaction://hlinksldjump" tooltip="Tab Profil"/>
          </p:cNvPr>
          <p:cNvSpPr/>
          <p:nvPr/>
        </p:nvSpPr>
        <p:spPr>
          <a:xfrm>
            <a:off x="3027507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6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14 / 15</a:t>
            </a:r>
            <a:endParaRPr lang="en-US" sz="1200" dirty="0"/>
          </a:p>
        </p:txBody>
      </p:sp>
      <p:sp>
        <p:nvSpPr>
          <p:cNvPr id="16" name="LINK2__Peta Alur">
            <a:hlinkClick r:id="rId9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7" name="LINK1__Judul">
            <a:hlinkClick r:id="rId10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Notifikasi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Pembaruan status surat secara langsung; yang belum dibaca ditandai.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Hick: dikelompokkan per hari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23" name="LINK8__Notif SJ/…/0142">
            <a:hlinkClick r:id="rId4" action="ppaction://hlinksldjump" tooltip="Notif SJ/…/0142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4" name="LINK8__Notif SJ/…/0142">
            <a:hlinkClick r:id="rId4" action="ppaction://hlinksldjump" tooltip="Notif SJ/…/0142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 SJ/…/0142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5" name="LINK8__Notif SJ/…/0142">
            <a:hlinkClick r:id="rId4" action="ppaction://hlinksldjump" tooltip="Notif SJ/…/0142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6" name="LINK8__Notifikasi lain">
            <a:hlinkClick r:id="rId4" action="ppaction://hlinksldjump" tooltip="Notifikasi lain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7" name="LINK8__Notifikasi lain">
            <a:hlinkClick r:id="rId4" action="ppaction://hlinksldjump" tooltip="Notifikasi lain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Notifikasi lain</a:t>
            </a:r>
            <a:r>
              <a:rPr lang="en-US" sz="1100" dirty="0">
                <a:solidFill>
                  <a:srgbClr val="A9BCD6"/>
                </a:solidFill>
              </a:rPr>
              <a:t>   →  Detail Dokumen</a:t>
            </a:r>
            <a:endParaRPr lang="en-US" sz="1100" dirty="0"/>
          </a:p>
        </p:txBody>
      </p:sp>
      <p:sp>
        <p:nvSpPr>
          <p:cNvPr id="28" name="LINK8__Notifikasi lain">
            <a:hlinkClick r:id="rId4" action="ppaction://hlinksldjump" tooltip="Notifikasi lain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9" name="LINK4__Beranda">
            <a:hlinkClick r:id="rId5" action="ppaction://hlinksldjump" tooltip="Beranda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0" name="LINK4__Beranda">
            <a:hlinkClick r:id="rId5" action="ppaction://hlinksldjump" tooltip="Beranda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Beranda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31" name="LINK4__Beranda">
            <a:hlinkClick r:id="rId5" action="ppaction://hlinksldjump" tooltip="Beranda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32" name="LINK7__Tab Dokumen">
            <a:hlinkClick r:id="rId6" action="ppaction://hlinksldjump" tooltip="Tab Dokumen"/>
          </p:cNvPr>
          <p:cNvSpPr/>
          <p:nvPr/>
        </p:nvSpPr>
        <p:spPr>
          <a:xfrm>
            <a:off x="4572000" y="4535424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3" name="LINK7__Tab Dokumen">
            <a:hlinkClick r:id="rId6" action="ppaction://hlinksldjump" tooltip="Tab Dokumen"/>
          </p:cNvPr>
          <p:cNvSpPr txBox="1"/>
          <p:nvPr/>
        </p:nvSpPr>
        <p:spPr>
          <a:xfrm>
            <a:off x="4956048" y="45354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Dokumen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34" name="LINK7__Tab Dokumen">
            <a:hlinkClick r:id="rId6" action="ppaction://hlinksldjump" tooltip="Tab Dokumen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4572000" y="4965192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6" name="LINK14__Tombol + Buat Surat">
            <a:hlinkClick r:id="rId7" action="ppaction://hlinksldjump" tooltip="Tombol + Buat Surat"/>
          </p:cNvPr>
          <p:cNvSpPr txBox="1"/>
          <p:nvPr/>
        </p:nvSpPr>
        <p:spPr>
          <a:xfrm>
            <a:off x="4956048" y="49651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Tombol + Buat Surat</a:t>
            </a:r>
            <a:r>
              <a:rPr lang="en-US" sz="1100" dirty="0">
                <a:solidFill>
                  <a:srgbClr val="A9BCD6"/>
                </a:solidFill>
              </a:rPr>
              <a:t>   →  Buat Surat Jalan</a:t>
            </a:r>
            <a:endParaRPr lang="en-US" sz="1100" dirty="0"/>
          </a:p>
        </p:txBody>
      </p:sp>
      <p:sp>
        <p:nvSpPr>
          <p:cNvPr id="37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4645152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LINK17__Tab Profil">
            <a:hlinkClick r:id="rId8" action="ppaction://hlinksldjump" tooltip="Tab Profil"/>
          </p:cNvPr>
          <p:cNvSpPr/>
          <p:nvPr/>
        </p:nvSpPr>
        <p:spPr>
          <a:xfrm>
            <a:off x="4572000" y="539496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9" name="LINK17__Tab Profil">
            <a:hlinkClick r:id="rId8" action="ppaction://hlinksldjump" tooltip="Tab Profil"/>
          </p:cNvPr>
          <p:cNvSpPr txBox="1"/>
          <p:nvPr/>
        </p:nvSpPr>
        <p:spPr>
          <a:xfrm>
            <a:off x="4956048" y="53949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Profil</a:t>
            </a:r>
            <a:r>
              <a:rPr lang="en-US" sz="1100" dirty="0">
                <a:solidFill>
                  <a:srgbClr val="A9BCD6"/>
                </a:solidFill>
              </a:rPr>
              <a:t>   →  Profil</a:t>
            </a:r>
            <a:endParaRPr lang="en-US" sz="1100" dirty="0"/>
          </a:p>
        </p:txBody>
      </p:sp>
      <p:sp>
        <p:nvSpPr>
          <p:cNvPr id="40" name="LINK17__Tab Profil">
            <a:hlinkClick r:id="rId8" action="ppaction://hlinksldjump" tooltip="Tab Profil"/>
          </p:cNvPr>
          <p:cNvSpPr/>
          <p:nvPr/>
        </p:nvSpPr>
        <p:spPr>
          <a:xfrm>
            <a:off x="4645152" y="545896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"/>
            <a:ext cx="2922077" cy="6126480"/>
          </a:xfrm>
          <a:prstGeom prst="rect">
            <a:avLst/>
          </a:prstGeom>
        </p:spPr>
      </p:pic>
      <p:sp>
        <p:nvSpPr>
          <p:cNvPr id="3" name="LINK3__Keluar → Login">
            <a:hlinkClick r:id="rId4" action="ppaction://hlinksldjump" tooltip="Keluar → Login"/>
          </p:cNvPr>
          <p:cNvSpPr/>
          <p:nvPr/>
        </p:nvSpPr>
        <p:spPr>
          <a:xfrm>
            <a:off x="1048821" y="4628887"/>
            <a:ext cx="2470355" cy="3670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LINK4__Beranda → Dashboard">
            <a:hlinkClick r:id="rId5" action="ppaction://hlinksldjump" tooltip="Beranda → Dashboard"/>
          </p:cNvPr>
          <p:cNvSpPr/>
          <p:nvPr/>
        </p:nvSpPr>
        <p:spPr>
          <a:xfrm>
            <a:off x="907658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LINK7__Tab Dokumen → Daftar Dokumen">
            <a:hlinkClick r:id="rId6" action="ppaction://hlinksldjump" tooltip="Tab Dokumen → Daftar Dokumen"/>
          </p:cNvPr>
          <p:cNvSpPr/>
          <p:nvPr/>
        </p:nvSpPr>
        <p:spPr>
          <a:xfrm>
            <a:off x="1458194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LINK14__Tombol + Buat Surat → Buat Surat Jalan">
            <a:hlinkClick r:id="rId7" action="ppaction://hlinksldjump" tooltip="Tombol + Buat Surat → Buat Surat Jalan"/>
          </p:cNvPr>
          <p:cNvSpPr/>
          <p:nvPr/>
        </p:nvSpPr>
        <p:spPr>
          <a:xfrm>
            <a:off x="2044021" y="5659378"/>
            <a:ext cx="479955" cy="47995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LINK16__Tab Notifikasi → Notifikasi">
            <a:hlinkClick r:id="rId8" action="ppaction://hlinksldjump" tooltip="Tab Notifikasi → Notifikasi"/>
          </p:cNvPr>
          <p:cNvSpPr/>
          <p:nvPr/>
        </p:nvSpPr>
        <p:spPr>
          <a:xfrm>
            <a:off x="2559267" y="5899355"/>
            <a:ext cx="550536" cy="508187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LINK3__Keluar">
            <a:hlinkClick r:id="rId4" action="ppaction://hlinksldjump" tooltip="Keluar"/>
          </p:cNvPr>
          <p:cNvSpPr/>
          <p:nvPr/>
        </p:nvSpPr>
        <p:spPr>
          <a:xfrm>
            <a:off x="966525" y="4546591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1</a:t>
            </a:r>
            <a:endParaRPr lang="en-US" sz="800" dirty="0"/>
          </a:p>
        </p:txBody>
      </p:sp>
      <p:sp>
        <p:nvSpPr>
          <p:cNvPr id="9" name="LINK4__Beranda">
            <a:hlinkClick r:id="rId5" action="ppaction://hlinksldjump" tooltip="Beranda"/>
          </p:cNvPr>
          <p:cNvSpPr/>
          <p:nvPr/>
        </p:nvSpPr>
        <p:spPr>
          <a:xfrm>
            <a:off x="84124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2</a:t>
            </a:r>
            <a:endParaRPr lang="en-US" sz="800" dirty="0"/>
          </a:p>
        </p:txBody>
      </p:sp>
      <p:sp>
        <p:nvSpPr>
          <p:cNvPr id="10" name="LINK7__Tab Dokumen">
            <a:hlinkClick r:id="rId6" action="ppaction://hlinksldjump" tooltip="Tab Dokumen"/>
          </p:cNvPr>
          <p:cNvSpPr/>
          <p:nvPr/>
        </p:nvSpPr>
        <p:spPr>
          <a:xfrm>
            <a:off x="1375898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3</a:t>
            </a:r>
            <a:endParaRPr lang="en-US" sz="800" dirty="0"/>
          </a:p>
        </p:txBody>
      </p:sp>
      <p:sp>
        <p:nvSpPr>
          <p:cNvPr id="11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1961725" y="5577082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4</a:t>
            </a:r>
            <a:endParaRPr lang="en-US" sz="800" dirty="0"/>
          </a:p>
        </p:txBody>
      </p:sp>
      <p:sp>
        <p:nvSpPr>
          <p:cNvPr id="12" name="LINK16__Tab Notifikasi">
            <a:hlinkClick r:id="rId8" action="ppaction://hlinksldjump" tooltip="Tab Notifikasi"/>
          </p:cNvPr>
          <p:cNvSpPr/>
          <p:nvPr/>
        </p:nvSpPr>
        <p:spPr>
          <a:xfrm>
            <a:off x="2476971" y="5817059"/>
            <a:ext cx="201168" cy="201168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2545"/>
                </a:solidFill>
              </a:rPr>
              <a:t>5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</a:rPr>
              <a:t>LAYAR 15 / 15</a:t>
            </a:r>
            <a:endParaRPr lang="en-US" sz="1200" dirty="0"/>
          </a:p>
        </p:txBody>
      </p:sp>
      <p:sp>
        <p:nvSpPr>
          <p:cNvPr id="14" name="LINK2__Peta Alur">
            <a:hlinkClick r:id="rId9" action="ppaction://hlinksldjump" tooltip="Peta Alur"/>
          </p:cNvPr>
          <p:cNvSpPr/>
          <p:nvPr/>
        </p:nvSpPr>
        <p:spPr>
          <a:xfrm>
            <a:off x="9144000" y="411480"/>
            <a:ext cx="114300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</a:t>
            </a:r>
            <a:endParaRPr lang="en-US" sz="1100" dirty="0"/>
          </a:p>
        </p:txBody>
      </p:sp>
      <p:sp>
        <p:nvSpPr>
          <p:cNvPr id="15" name="LINK1__Judul">
            <a:hlinkClick r:id="rId10" action="ppaction://hlinksldjump" tooltip="Judul"/>
          </p:cNvPr>
          <p:cNvSpPr/>
          <p:nvPr/>
        </p:nvSpPr>
        <p:spPr>
          <a:xfrm>
            <a:off x="10424160" y="411480"/>
            <a:ext cx="960120" cy="347472"/>
          </a:xfrm>
          <a:prstGeom prst="roundRect">
            <a:avLst>
              <a:gd name="adj" fmla="val 131579"/>
            </a:avLst>
          </a:prstGeom>
          <a:solidFill>
            <a:srgbClr val="12305A"/>
          </a:solidFill>
          <a:ln w="12700">
            <a:solidFill>
              <a:srgbClr val="1230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Judul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Profil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150876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BCD6"/>
                </a:solidFill>
              </a:rPr>
              <a:t>Data pengguna, ringkasan kinerja, dan pengaturan akun.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72000" y="2240280"/>
            <a:ext cx="6675120" cy="420624"/>
          </a:xfrm>
          <a:prstGeom prst="roundRect">
            <a:avLst>
              <a:gd name="adj" fmla="val 2608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09160" y="224028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FF"/>
                </a:solidFill>
              </a:rPr>
              <a:t>Prinsip HCI:  </a:t>
            </a:r>
            <a:r>
              <a:rPr lang="en-US" sz="1200" dirty="0">
                <a:solidFill>
                  <a:srgbClr val="FFFFFF"/>
                </a:solidFill>
              </a:rPr>
              <a:t>Fitts: tombol Keluar terpisah &amp; berwarna beda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A4FF"/>
                </a:solidFill>
              </a:rPr>
              <a:t>AREA YANG BISA DIKLIK  (klik di ponsel atau di daftar ini)</a:t>
            </a:r>
            <a:endParaRPr lang="en-US" sz="1100" dirty="0"/>
          </a:p>
        </p:txBody>
      </p:sp>
      <p:sp>
        <p:nvSpPr>
          <p:cNvPr id="21" name="LINK3__Keluar">
            <a:hlinkClick r:id="rId4" action="ppaction://hlinksldjump" tooltip="Keluar"/>
          </p:cNvPr>
          <p:cNvSpPr/>
          <p:nvPr/>
        </p:nvSpPr>
        <p:spPr>
          <a:xfrm>
            <a:off x="4572000" y="3246120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2" name="LINK3__Keluar">
            <a:hlinkClick r:id="rId4" action="ppaction://hlinksldjump" tooltip="Keluar"/>
          </p:cNvPr>
          <p:cNvSpPr txBox="1"/>
          <p:nvPr/>
        </p:nvSpPr>
        <p:spPr>
          <a:xfrm>
            <a:off x="4956048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Keluar</a:t>
            </a:r>
            <a:r>
              <a:rPr lang="en-US" sz="1100" dirty="0">
                <a:solidFill>
                  <a:srgbClr val="A9BCD6"/>
                </a:solidFill>
              </a:rPr>
              <a:t>   →  Login</a:t>
            </a:r>
            <a:endParaRPr lang="en-US" sz="1100" dirty="0"/>
          </a:p>
        </p:txBody>
      </p:sp>
      <p:sp>
        <p:nvSpPr>
          <p:cNvPr id="23" name="LINK3__Keluar">
            <a:hlinkClick r:id="rId4" action="ppaction://hlinksldjump" tooltip="Keluar"/>
          </p:cNvPr>
          <p:cNvSpPr/>
          <p:nvPr/>
        </p:nvSpPr>
        <p:spPr>
          <a:xfrm>
            <a:off x="4645152" y="3310128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LINK4__Beranda">
            <a:hlinkClick r:id="rId5" action="ppaction://hlinksldjump" tooltip="Beranda"/>
          </p:cNvPr>
          <p:cNvSpPr/>
          <p:nvPr/>
        </p:nvSpPr>
        <p:spPr>
          <a:xfrm>
            <a:off x="4572000" y="3675888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5" name="LINK4__Beranda">
            <a:hlinkClick r:id="rId5" action="ppaction://hlinksldjump" tooltip="Beranda"/>
          </p:cNvPr>
          <p:cNvSpPr txBox="1"/>
          <p:nvPr/>
        </p:nvSpPr>
        <p:spPr>
          <a:xfrm>
            <a:off x="4956048" y="367588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Beranda</a:t>
            </a:r>
            <a:r>
              <a:rPr lang="en-US" sz="1100" dirty="0">
                <a:solidFill>
                  <a:srgbClr val="A9BCD6"/>
                </a:solidFill>
              </a:rPr>
              <a:t>   →  Dashboard</a:t>
            </a:r>
            <a:endParaRPr lang="en-US" sz="1100" dirty="0"/>
          </a:p>
        </p:txBody>
      </p:sp>
      <p:sp>
        <p:nvSpPr>
          <p:cNvPr id="26" name="LINK4__Beranda">
            <a:hlinkClick r:id="rId5" action="ppaction://hlinksldjump" tooltip="Beranda"/>
          </p:cNvPr>
          <p:cNvSpPr/>
          <p:nvPr/>
        </p:nvSpPr>
        <p:spPr>
          <a:xfrm>
            <a:off x="4645152" y="3739896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LINK7__Tab Dokumen">
            <a:hlinkClick r:id="rId6" action="ppaction://hlinksldjump" tooltip="Tab Dokumen"/>
          </p:cNvPr>
          <p:cNvSpPr/>
          <p:nvPr/>
        </p:nvSpPr>
        <p:spPr>
          <a:xfrm>
            <a:off x="4572000" y="4105656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28" name="LINK7__Tab Dokumen">
            <a:hlinkClick r:id="rId6" action="ppaction://hlinksldjump" tooltip="Tab Dokumen"/>
          </p:cNvPr>
          <p:cNvSpPr txBox="1"/>
          <p:nvPr/>
        </p:nvSpPr>
        <p:spPr>
          <a:xfrm>
            <a:off x="4956048" y="410565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Dokumen</a:t>
            </a:r>
            <a:r>
              <a:rPr lang="en-US" sz="1100" dirty="0">
                <a:solidFill>
                  <a:srgbClr val="A9BCD6"/>
                </a:solidFill>
              </a:rPr>
              <a:t>   →  Daftar Dokumen</a:t>
            </a:r>
            <a:endParaRPr lang="en-US" sz="1100" dirty="0"/>
          </a:p>
        </p:txBody>
      </p:sp>
      <p:sp>
        <p:nvSpPr>
          <p:cNvPr id="29" name="LINK7__Tab Dokumen">
            <a:hlinkClick r:id="rId6" action="ppaction://hlinksldjump" tooltip="Tab Dokumen"/>
          </p:cNvPr>
          <p:cNvSpPr/>
          <p:nvPr/>
        </p:nvSpPr>
        <p:spPr>
          <a:xfrm>
            <a:off x="4645152" y="4169664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4572000" y="4535424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1" name="LINK14__Tombol + Buat Surat">
            <a:hlinkClick r:id="rId7" action="ppaction://hlinksldjump" tooltip="Tombol + Buat Surat"/>
          </p:cNvPr>
          <p:cNvSpPr txBox="1"/>
          <p:nvPr/>
        </p:nvSpPr>
        <p:spPr>
          <a:xfrm>
            <a:off x="4956048" y="4535424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Tombol + Buat Surat</a:t>
            </a:r>
            <a:r>
              <a:rPr lang="en-US" sz="1100" dirty="0">
                <a:solidFill>
                  <a:srgbClr val="A9BCD6"/>
                </a:solidFill>
              </a:rPr>
              <a:t>   →  Buat Surat Jalan</a:t>
            </a:r>
            <a:endParaRPr lang="en-US" sz="1100" dirty="0"/>
          </a:p>
        </p:txBody>
      </p:sp>
      <p:sp>
        <p:nvSpPr>
          <p:cNvPr id="32" name="LINK14__Tombol + Buat Surat">
            <a:hlinkClick r:id="rId7" action="ppaction://hlinksldjump" tooltip="Tombol + Buat Surat"/>
          </p:cNvPr>
          <p:cNvSpPr/>
          <p:nvPr/>
        </p:nvSpPr>
        <p:spPr>
          <a:xfrm>
            <a:off x="4645152" y="4599432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LINK16__Tab Notifikasi">
            <a:hlinkClick r:id="rId8" action="ppaction://hlinksldjump" tooltip="Tab Notifikasi"/>
          </p:cNvPr>
          <p:cNvSpPr/>
          <p:nvPr/>
        </p:nvSpPr>
        <p:spPr>
          <a:xfrm>
            <a:off x="4572000" y="4965192"/>
            <a:ext cx="6675120" cy="347472"/>
          </a:xfrm>
          <a:prstGeom prst="roundRect">
            <a:avLst>
              <a:gd name="adj" fmla="val 2631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34" name="LINK16__Tab Notifikasi">
            <a:hlinkClick r:id="rId8" action="ppaction://hlinksldjump" tooltip="Tab Notifikasi"/>
          </p:cNvPr>
          <p:cNvSpPr txBox="1"/>
          <p:nvPr/>
        </p:nvSpPr>
        <p:spPr>
          <a:xfrm>
            <a:off x="4956048" y="496519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 Notifikasi</a:t>
            </a:r>
            <a:r>
              <a:rPr lang="en-US" sz="1100" dirty="0">
                <a:solidFill>
                  <a:srgbClr val="A9BCD6"/>
                </a:solidFill>
              </a:rPr>
              <a:t>   →  Notifikasi</a:t>
            </a:r>
            <a:endParaRPr lang="en-US" sz="1100" dirty="0"/>
          </a:p>
        </p:txBody>
      </p:sp>
      <p:sp>
        <p:nvSpPr>
          <p:cNvPr id="35" name="LINK16__Tab Notifikasi">
            <a:hlinkClick r:id="rId8" action="ppaction://hlinksldjump" tooltip="Tab Notifikasi"/>
          </p:cNvPr>
          <p:cNvSpPr/>
          <p:nvPr/>
        </p:nvSpPr>
        <p:spPr>
          <a:xfrm>
            <a:off x="4645152" y="5029200"/>
            <a:ext cx="219456" cy="219456"/>
          </a:xfrm>
          <a:prstGeom prst="ellipse">
            <a:avLst/>
          </a:prstGeom>
          <a:solidFill>
            <a:srgbClr val="F5A524"/>
          </a:solidFill>
          <a:ln>
            <a:solidFill>
              <a:srgbClr val="F5A52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2076</Words>
  <Application>Microsoft Office PowerPoint</Application>
  <PresentationFormat>Widescreen</PresentationFormat>
  <Paragraphs>360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Simulasi Prototype Mailing List Digital</dc:title>
  <dc:subject>PptxGenJS Presentation</dc:subject>
  <dc:creator>PptxGenJS</dc:creator>
  <cp:lastModifiedBy>User</cp:lastModifiedBy>
  <cp:revision>1</cp:revision>
  <dcterms:created xsi:type="dcterms:W3CDTF">2026-10-15T16:30:36Z</dcterms:created>
  <dcterms:modified xsi:type="dcterms:W3CDTF">2026-10-15T17:01:16Z</dcterms:modified>
</cp:coreProperties>
</file>